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1582400" cy="771525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2ECCB-2A71-4587-8806-11FAB5655068}" v="54" dt="2026-07-24T20:42:48.993"/>
    <p1510:client id="{60680EF2-CA7D-4358-AF21-43B5E63244DE}" v="40" dt="2026-07-24T10:00:46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69221" autoAdjust="0"/>
  </p:normalViewPr>
  <p:slideViewPr>
    <p:cSldViewPr snapToGrid="0">
      <p:cViewPr varScale="1">
        <p:scale>
          <a:sx n="45" d="100"/>
          <a:sy n="45" d="100"/>
        </p:scale>
        <p:origin x="1480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y, Joel J H" userId="f54a572d-70ba-4e43-8db9-c56215c610af" providerId="ADAL" clId="{B2EDDDB7-49A3-4D37-B3CC-720FCCC9D17D}"/>
    <pc:docChg chg="undo redo custSel addSld delSld modSld sldOrd">
      <pc:chgData name="Choy, Joel J H" userId="f54a572d-70ba-4e43-8db9-c56215c610af" providerId="ADAL" clId="{B2EDDDB7-49A3-4D37-B3CC-720FCCC9D17D}" dt="2026-07-24T20:42:48.985" v="3514"/>
      <pc:docMkLst>
        <pc:docMk/>
      </pc:docMkLst>
      <pc:sldChg chg="addSp delSp modSp mod ord modTransition delAnim modAnim modNotesTx">
        <pc:chgData name="Choy, Joel J H" userId="f54a572d-70ba-4e43-8db9-c56215c610af" providerId="ADAL" clId="{B2EDDDB7-49A3-4D37-B3CC-720FCCC9D17D}" dt="2026-07-24T20:42:48.985" v="3514"/>
        <pc:sldMkLst>
          <pc:docMk/>
          <pc:sldMk cId="1276047714" sldId="256"/>
        </pc:sldMkLst>
        <pc:spChg chg="mod">
          <ac:chgData name="Choy, Joel J H" userId="f54a572d-70ba-4e43-8db9-c56215c610af" providerId="ADAL" clId="{B2EDDDB7-49A3-4D37-B3CC-720FCCC9D17D}" dt="2026-07-24T15:38:04.408" v="3205" actId="255"/>
          <ac:spMkLst>
            <pc:docMk/>
            <pc:sldMk cId="1276047714" sldId="256"/>
            <ac:spMk id="3" creationId="{C4915EF1-1D0C-4C24-A8CF-ED1456D934C2}"/>
          </ac:spMkLst>
        </pc:spChg>
        <pc:spChg chg="mod">
          <ac:chgData name="Choy, Joel J H" userId="f54a572d-70ba-4e43-8db9-c56215c610af" providerId="ADAL" clId="{B2EDDDB7-49A3-4D37-B3CC-720FCCC9D17D}" dt="2026-07-24T15:33:50.299" v="3203" actId="20577"/>
          <ac:spMkLst>
            <pc:docMk/>
            <pc:sldMk cId="1276047714" sldId="256"/>
            <ac:spMk id="5" creationId="{9D08163E-46F4-467D-ABC4-AA1AF3351EBD}"/>
          </ac:spMkLst>
        </pc:spChg>
        <pc:spChg chg="mod">
          <ac:chgData name="Choy, Joel J H" userId="f54a572d-70ba-4e43-8db9-c56215c610af" providerId="ADAL" clId="{B2EDDDB7-49A3-4D37-B3CC-720FCCC9D17D}" dt="2026-07-23T21:18:27.655" v="104" actId="255"/>
          <ac:spMkLst>
            <pc:docMk/>
            <pc:sldMk cId="1276047714" sldId="256"/>
            <ac:spMk id="7" creationId="{0F48A559-ECA3-4018-B1A3-F2879803184F}"/>
          </ac:spMkLst>
        </pc:spChg>
        <pc:spChg chg="mod">
          <ac:chgData name="Choy, Joel J H" userId="f54a572d-70ba-4e43-8db9-c56215c610af" providerId="ADAL" clId="{B2EDDDB7-49A3-4D37-B3CC-720FCCC9D17D}" dt="2026-07-23T22:20:41.475" v="535" actId="1076"/>
          <ac:spMkLst>
            <pc:docMk/>
            <pc:sldMk cId="1276047714" sldId="256"/>
            <ac:spMk id="11" creationId="{3412D8B3-409F-472C-8EDE-BD00864F9210}"/>
          </ac:spMkLst>
        </pc:spChg>
        <pc:spChg chg="mod">
          <ac:chgData name="Choy, Joel J H" userId="f54a572d-70ba-4e43-8db9-c56215c610af" providerId="ADAL" clId="{B2EDDDB7-49A3-4D37-B3CC-720FCCC9D17D}" dt="2026-07-23T22:20:46.314" v="536" actId="1076"/>
          <ac:spMkLst>
            <pc:docMk/>
            <pc:sldMk cId="1276047714" sldId="256"/>
            <ac:spMk id="12" creationId="{4D46410F-55AA-4E78-95A8-FDE901AD3FA9}"/>
          </ac:spMkLst>
        </pc:spChg>
        <pc:spChg chg="mod">
          <ac:chgData name="Choy, Joel J H" userId="f54a572d-70ba-4e43-8db9-c56215c610af" providerId="ADAL" clId="{B2EDDDB7-49A3-4D37-B3CC-720FCCC9D17D}" dt="2026-07-23T21:19:14.928" v="106" actId="255"/>
          <ac:spMkLst>
            <pc:docMk/>
            <pc:sldMk cId="1276047714" sldId="256"/>
            <ac:spMk id="15" creationId="{4DB26415-91CF-40EE-99BC-44F370FC9552}"/>
          </ac:spMkLst>
        </pc:spChg>
        <pc:spChg chg="mod">
          <ac:chgData name="Choy, Joel J H" userId="f54a572d-70ba-4e43-8db9-c56215c610af" providerId="ADAL" clId="{B2EDDDB7-49A3-4D37-B3CC-720FCCC9D17D}" dt="2026-07-23T21:19:52.187" v="111" actId="255"/>
          <ac:spMkLst>
            <pc:docMk/>
            <pc:sldMk cId="1276047714" sldId="256"/>
            <ac:spMk id="16" creationId="{6086F0EF-9219-44BB-80A0-FD9817C26668}"/>
          </ac:spMkLst>
        </pc:spChg>
        <pc:spChg chg="mod">
          <ac:chgData name="Choy, Joel J H" userId="f54a572d-70ba-4e43-8db9-c56215c610af" providerId="ADAL" clId="{B2EDDDB7-49A3-4D37-B3CC-720FCCC9D17D}" dt="2026-07-23T21:19:21.410" v="107" actId="255"/>
          <ac:spMkLst>
            <pc:docMk/>
            <pc:sldMk cId="1276047714" sldId="256"/>
            <ac:spMk id="19" creationId="{36CD09F5-8342-4906-B7C9-9BC7AF6E66F3}"/>
          </ac:spMkLst>
        </pc:spChg>
        <pc:spChg chg="mod">
          <ac:chgData name="Choy, Joel J H" userId="f54a572d-70ba-4e43-8db9-c56215c610af" providerId="ADAL" clId="{B2EDDDB7-49A3-4D37-B3CC-720FCCC9D17D}" dt="2026-07-23T21:20:02.368" v="112" actId="255"/>
          <ac:spMkLst>
            <pc:docMk/>
            <pc:sldMk cId="1276047714" sldId="256"/>
            <ac:spMk id="20" creationId="{6DF9445F-CAC8-495A-B817-D27794B10F08}"/>
          </ac:spMkLst>
        </pc:spChg>
        <pc:picChg chg="add del mod">
          <ac:chgData name="Choy, Joel J H" userId="f54a572d-70ba-4e43-8db9-c56215c610af" providerId="ADAL" clId="{B2EDDDB7-49A3-4D37-B3CC-720FCCC9D17D}" dt="2026-07-24T20:02:45.779" v="3458" actId="478"/>
          <ac:picMkLst>
            <pc:docMk/>
            <pc:sldMk cId="1276047714" sldId="256"/>
            <ac:picMk id="27" creationId="{9D55968E-4176-2E0E-B5AC-93854F00BAA0}"/>
          </ac:picMkLst>
        </pc:picChg>
        <pc:picChg chg="add del mod">
          <ac:chgData name="Choy, Joel J H" userId="f54a572d-70ba-4e43-8db9-c56215c610af" providerId="ADAL" clId="{B2EDDDB7-49A3-4D37-B3CC-720FCCC9D17D}" dt="2026-07-24T20:10:04.224" v="3471" actId="478"/>
          <ac:picMkLst>
            <pc:docMk/>
            <pc:sldMk cId="1276047714" sldId="256"/>
            <ac:picMk id="30" creationId="{FAAD74E1-89EA-4CB9-9692-F24E8E78F805}"/>
          </ac:picMkLst>
        </pc:picChg>
        <pc:picChg chg="add del mod">
          <ac:chgData name="Choy, Joel J H" userId="f54a572d-70ba-4e43-8db9-c56215c610af" providerId="ADAL" clId="{B2EDDDB7-49A3-4D37-B3CC-720FCCC9D17D}" dt="2026-07-24T20:16:18.547" v="3497"/>
          <ac:picMkLst>
            <pc:docMk/>
            <pc:sldMk cId="1276047714" sldId="256"/>
            <ac:picMk id="35" creationId="{EECB70D4-CAEA-4E5A-AA40-675637D198BB}"/>
          </ac:picMkLst>
        </pc:picChg>
        <pc:picChg chg="add del mod ord">
          <ac:chgData name="Choy, Joel J H" userId="f54a572d-70ba-4e43-8db9-c56215c610af" providerId="ADAL" clId="{B2EDDDB7-49A3-4D37-B3CC-720FCCC9D17D}" dt="2026-07-24T20:19:20.114" v="3498"/>
          <ac:picMkLst>
            <pc:docMk/>
            <pc:sldMk cId="1276047714" sldId="256"/>
            <ac:picMk id="38" creationId="{8F8505E3-ECD1-D935-42E6-8E94B1360466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1276047714" sldId="256"/>
            <ac:picMk id="39" creationId="{E65EB2F1-381F-9064-AB75-7C8CAC4015CB}"/>
          </ac:picMkLst>
        </pc:picChg>
        <pc:picChg chg="add del mod">
          <ac:chgData name="Choy, Joel J H" userId="f54a572d-70ba-4e43-8db9-c56215c610af" providerId="ADAL" clId="{B2EDDDB7-49A3-4D37-B3CC-720FCCC9D17D}" dt="2026-07-24T20:29:43.357" v="3503"/>
          <ac:picMkLst>
            <pc:docMk/>
            <pc:sldMk cId="1276047714" sldId="256"/>
            <ac:picMk id="42" creationId="{1C7B4389-95BE-276E-1236-68CB86D3172B}"/>
          </ac:picMkLst>
        </pc:picChg>
        <pc:picChg chg="add del mod ord">
          <ac:chgData name="Choy, Joel J H" userId="f54a572d-70ba-4e43-8db9-c56215c610af" providerId="ADAL" clId="{B2EDDDB7-49A3-4D37-B3CC-720FCCC9D17D}" dt="2026-07-24T20:29:58.256" v="3504"/>
          <ac:picMkLst>
            <pc:docMk/>
            <pc:sldMk cId="1276047714" sldId="256"/>
            <ac:picMk id="45" creationId="{11F5B597-ED0B-4681-17AA-4E0D70393C48}"/>
          </ac:picMkLst>
        </pc:picChg>
        <pc:picChg chg="add del mod">
          <ac:chgData name="Choy, Joel J H" userId="f54a572d-70ba-4e43-8db9-c56215c610af" providerId="ADAL" clId="{B2EDDDB7-49A3-4D37-B3CC-720FCCC9D17D}" dt="2026-07-24T20:31:33.236" v="3507"/>
          <ac:picMkLst>
            <pc:docMk/>
            <pc:sldMk cId="1276047714" sldId="256"/>
            <ac:picMk id="46" creationId="{E2E52ADA-FDA8-C308-66FD-C9B7B133145E}"/>
          </ac:picMkLst>
        </pc:picChg>
        <pc:picChg chg="add del mod">
          <ac:chgData name="Choy, Joel J H" userId="f54a572d-70ba-4e43-8db9-c56215c610af" providerId="ADAL" clId="{B2EDDDB7-49A3-4D37-B3CC-720FCCC9D17D}" dt="2026-07-24T19:55:26.273" v="3436" actId="478"/>
          <ac:picMkLst>
            <pc:docMk/>
            <pc:sldMk cId="1276047714" sldId="256"/>
            <ac:picMk id="48" creationId="{DF4B71B6-2E03-CEB8-4C89-0ACC8C6E563E}"/>
          </ac:picMkLst>
        </pc:picChg>
        <pc:picChg chg="add del mod ord">
          <ac:chgData name="Choy, Joel J H" userId="f54a572d-70ba-4e43-8db9-c56215c610af" providerId="ADAL" clId="{B2EDDDB7-49A3-4D37-B3CC-720FCCC9D17D}" dt="2026-07-24T20:31:56.228" v="3508"/>
          <ac:picMkLst>
            <pc:docMk/>
            <pc:sldMk cId="1276047714" sldId="256"/>
            <ac:picMk id="51" creationId="{A6E72900-A3DD-7371-D17D-0FEE47C03D4C}"/>
          </ac:picMkLst>
        </pc:picChg>
        <pc:picChg chg="add del mod">
          <ac:chgData name="Choy, Joel J H" userId="f54a572d-70ba-4e43-8db9-c56215c610af" providerId="ADAL" clId="{B2EDDDB7-49A3-4D37-B3CC-720FCCC9D17D}" dt="2026-07-24T20:32:00.542" v="3509"/>
          <ac:picMkLst>
            <pc:docMk/>
            <pc:sldMk cId="1276047714" sldId="256"/>
            <ac:picMk id="52" creationId="{D709FFC2-9ED2-163B-9B9B-D15EC2624393}"/>
          </ac:picMkLst>
        </pc:picChg>
        <pc:picChg chg="add del mod">
          <ac:chgData name="Choy, Joel J H" userId="f54a572d-70ba-4e43-8db9-c56215c610af" providerId="ADAL" clId="{B2EDDDB7-49A3-4D37-B3CC-720FCCC9D17D}" dt="2026-07-24T20:32:46.442" v="3511"/>
          <ac:picMkLst>
            <pc:docMk/>
            <pc:sldMk cId="1276047714" sldId="256"/>
            <ac:picMk id="57" creationId="{6EB13D3B-2B33-C8D3-2642-7C15629BF031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1276047714" sldId="256"/>
            <ac:picMk id="62" creationId="{B18C8245-800F-C153-EB98-C87E778C7FF4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1276047714" sldId="256"/>
            <ac:picMk id="65" creationId="{DAC9435A-EE2B-5C3C-962D-50CD0832B9D2}"/>
          </ac:picMkLst>
        </pc:picChg>
      </pc:sldChg>
      <pc:sldChg chg="addSp delSp modSp mod modTransition setBg delAnim modAnim modNotesTx">
        <pc:chgData name="Choy, Joel J H" userId="f54a572d-70ba-4e43-8db9-c56215c610af" providerId="ADAL" clId="{B2EDDDB7-49A3-4D37-B3CC-720FCCC9D17D}" dt="2026-07-24T20:42:48.985" v="3514"/>
        <pc:sldMkLst>
          <pc:docMk/>
          <pc:sldMk cId="1264315096" sldId="257"/>
        </pc:sldMkLst>
        <pc:spChg chg="mod">
          <ac:chgData name="Choy, Joel J H" userId="f54a572d-70ba-4e43-8db9-c56215c610af" providerId="ADAL" clId="{B2EDDDB7-49A3-4D37-B3CC-720FCCC9D17D}" dt="2026-07-23T22:02:19.701" v="344" actId="20577"/>
          <ac:spMkLst>
            <pc:docMk/>
            <pc:sldMk cId="1264315096" sldId="257"/>
            <ac:spMk id="5" creationId="{14553689-525E-4A30-960F-19808012857E}"/>
          </ac:spMkLst>
        </pc:spChg>
        <pc:spChg chg="mod">
          <ac:chgData name="Choy, Joel J H" userId="f54a572d-70ba-4e43-8db9-c56215c610af" providerId="ADAL" clId="{B2EDDDB7-49A3-4D37-B3CC-720FCCC9D17D}" dt="2026-07-23T22:26:22.088" v="657" actId="20577"/>
          <ac:spMkLst>
            <pc:docMk/>
            <pc:sldMk cId="1264315096" sldId="257"/>
            <ac:spMk id="6" creationId="{B1706D35-83AD-4161-BEDF-AEBA462B004D}"/>
          </ac:spMkLst>
        </pc:spChg>
        <pc:spChg chg="mod">
          <ac:chgData name="Choy, Joel J H" userId="f54a572d-70ba-4e43-8db9-c56215c610af" providerId="ADAL" clId="{B2EDDDB7-49A3-4D37-B3CC-720FCCC9D17D}" dt="2026-07-24T08:37:44.193" v="2938" actId="1076"/>
          <ac:spMkLst>
            <pc:docMk/>
            <pc:sldMk cId="1264315096" sldId="257"/>
            <ac:spMk id="7" creationId="{BE19D173-D4D1-4EA5-BB91-AF0F4FE855E1}"/>
          </ac:spMkLst>
        </pc:spChg>
        <pc:spChg chg="mod">
          <ac:chgData name="Choy, Joel J H" userId="f54a572d-70ba-4e43-8db9-c56215c610af" providerId="ADAL" clId="{B2EDDDB7-49A3-4D37-B3CC-720FCCC9D17D}" dt="2026-07-24T08:47:40.260" v="3016" actId="14100"/>
          <ac:spMkLst>
            <pc:docMk/>
            <pc:sldMk cId="1264315096" sldId="257"/>
            <ac:spMk id="8" creationId="{3B2381C4-68FB-4690-8B72-4A2A763F95DD}"/>
          </ac:spMkLst>
        </pc:spChg>
        <pc:spChg chg="del mod">
          <ac:chgData name="Choy, Joel J H" userId="f54a572d-70ba-4e43-8db9-c56215c610af" providerId="ADAL" clId="{B2EDDDB7-49A3-4D37-B3CC-720FCCC9D17D}" dt="2026-07-23T22:04:58.826" v="471" actId="478"/>
          <ac:spMkLst>
            <pc:docMk/>
            <pc:sldMk cId="1264315096" sldId="257"/>
            <ac:spMk id="9" creationId="{757F7B58-D91E-47DA-AFA0-B255106D444E}"/>
          </ac:spMkLst>
        </pc:spChg>
        <pc:spChg chg="mod">
          <ac:chgData name="Choy, Joel J H" userId="f54a572d-70ba-4e43-8db9-c56215c610af" providerId="ADAL" clId="{B2EDDDB7-49A3-4D37-B3CC-720FCCC9D17D}" dt="2026-07-24T08:24:19.963" v="2931" actId="1076"/>
          <ac:spMkLst>
            <pc:docMk/>
            <pc:sldMk cId="1264315096" sldId="257"/>
            <ac:spMk id="10" creationId="{81B0D549-07AD-4039-B37B-B5798008AC75}"/>
          </ac:spMkLst>
        </pc:spChg>
        <pc:spChg chg="mod">
          <ac:chgData name="Choy, Joel J H" userId="f54a572d-70ba-4e43-8db9-c56215c610af" providerId="ADAL" clId="{B2EDDDB7-49A3-4D37-B3CC-720FCCC9D17D}" dt="2026-07-23T22:21:07.252" v="542" actId="20577"/>
          <ac:spMkLst>
            <pc:docMk/>
            <pc:sldMk cId="1264315096" sldId="257"/>
            <ac:spMk id="17" creationId="{68A56E87-1F50-43BC-A384-794A8932A93F}"/>
          </ac:spMkLst>
        </pc:spChg>
        <pc:spChg chg="mod">
          <ac:chgData name="Choy, Joel J H" userId="f54a572d-70ba-4e43-8db9-c56215c610af" providerId="ADAL" clId="{B2EDDDB7-49A3-4D37-B3CC-720FCCC9D17D}" dt="2026-07-24T09:03:09.615" v="3027" actId="1076"/>
          <ac:spMkLst>
            <pc:docMk/>
            <pc:sldMk cId="1264315096" sldId="257"/>
            <ac:spMk id="23" creationId="{61192C0B-900C-4E91-9375-9B4BCDA9499C}"/>
          </ac:spMkLst>
        </pc:spChg>
        <pc:spChg chg="mod">
          <ac:chgData name="Choy, Joel J H" userId="f54a572d-70ba-4e43-8db9-c56215c610af" providerId="ADAL" clId="{B2EDDDB7-49A3-4D37-B3CC-720FCCC9D17D}" dt="2026-07-23T22:08:53.414" v="482" actId="21"/>
          <ac:spMkLst>
            <pc:docMk/>
            <pc:sldMk cId="1264315096" sldId="257"/>
            <ac:spMk id="26" creationId="{62A3499F-4AFD-47A9-A697-861F2B45F747}"/>
          </ac:spMkLst>
        </pc:spChg>
        <pc:picChg chg="add">
          <ac:chgData name="Choy, Joel J H" userId="f54a572d-70ba-4e43-8db9-c56215c610af" providerId="ADAL" clId="{B2EDDDB7-49A3-4D37-B3CC-720FCCC9D17D}" dt="2026-07-24T08:22:36.289" v="2923"/>
          <ac:picMkLst>
            <pc:docMk/>
            <pc:sldMk cId="1264315096" sldId="257"/>
            <ac:picMk id="9" creationId="{D5496B6B-2811-73AB-0F24-BE9347D48A47}"/>
          </ac:picMkLst>
        </pc:picChg>
        <pc:picChg chg="add del mod">
          <ac:chgData name="Choy, Joel J H" userId="f54a572d-70ba-4e43-8db9-c56215c610af" providerId="ADAL" clId="{B2EDDDB7-49A3-4D37-B3CC-720FCCC9D17D}" dt="2026-07-24T20:02:56.004" v="3459" actId="478"/>
          <ac:picMkLst>
            <pc:docMk/>
            <pc:sldMk cId="1264315096" sldId="257"/>
            <ac:picMk id="9" creationId="{D64D0318-C3CD-CD6F-B981-51E8F88890C7}"/>
          </ac:picMkLst>
        </pc:picChg>
        <pc:picChg chg="add mod">
          <ac:chgData name="Choy, Joel J H" userId="f54a572d-70ba-4e43-8db9-c56215c610af" providerId="ADAL" clId="{B2EDDDB7-49A3-4D37-B3CC-720FCCC9D17D}" dt="2026-07-24T09:01:36.167" v="3024" actId="1076"/>
          <ac:picMkLst>
            <pc:docMk/>
            <pc:sldMk cId="1264315096" sldId="257"/>
            <ac:picMk id="29" creationId="{3B013D56-4BE3-87A4-2CDD-95CB13042303}"/>
          </ac:picMkLst>
        </pc:picChg>
        <pc:picChg chg="add del mod">
          <ac:chgData name="Choy, Joel J H" userId="f54a572d-70ba-4e43-8db9-c56215c610af" providerId="ADAL" clId="{B2EDDDB7-49A3-4D37-B3CC-720FCCC9D17D}" dt="2026-07-24T20:10:07.840" v="3472" actId="478"/>
          <ac:picMkLst>
            <pc:docMk/>
            <pc:sldMk cId="1264315096" sldId="257"/>
            <ac:picMk id="30" creationId="{FCD58629-6ECF-5BF8-F142-BB5F9947D436}"/>
          </ac:picMkLst>
        </pc:picChg>
        <pc:picChg chg="add mod">
          <ac:chgData name="Choy, Joel J H" userId="f54a572d-70ba-4e43-8db9-c56215c610af" providerId="ADAL" clId="{B2EDDDB7-49A3-4D37-B3CC-720FCCC9D17D}" dt="2026-07-24T09:03:25.509" v="3033" actId="1076"/>
          <ac:picMkLst>
            <pc:docMk/>
            <pc:sldMk cId="1264315096" sldId="257"/>
            <ac:picMk id="31" creationId="{41C7B6D0-2888-2C0C-3BCB-95764EDA2BE9}"/>
          </ac:picMkLst>
        </pc:picChg>
        <pc:picChg chg="add mod">
          <ac:chgData name="Choy, Joel J H" userId="f54a572d-70ba-4e43-8db9-c56215c610af" providerId="ADAL" clId="{B2EDDDB7-49A3-4D37-B3CC-720FCCC9D17D}" dt="2026-07-24T15:00:09.315" v="3134" actId="1076"/>
          <ac:picMkLst>
            <pc:docMk/>
            <pc:sldMk cId="1264315096" sldId="257"/>
            <ac:picMk id="32" creationId="{4A598ED4-2CDE-F612-6A8A-7E1045C16101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1264315096" sldId="257"/>
            <ac:picMk id="34" creationId="{1CA008BF-049D-A69A-E59F-80C707FCE5B0}"/>
          </ac:picMkLst>
        </pc:picChg>
        <pc:picChg chg="add del mod">
          <ac:chgData name="Choy, Joel J H" userId="f54a572d-70ba-4e43-8db9-c56215c610af" providerId="ADAL" clId="{B2EDDDB7-49A3-4D37-B3CC-720FCCC9D17D}" dt="2026-07-24T19:55:29.897" v="3437" actId="478"/>
          <ac:picMkLst>
            <pc:docMk/>
            <pc:sldMk cId="1264315096" sldId="257"/>
            <ac:picMk id="35" creationId="{796CD10F-EF95-DC3F-B157-E2A0D19AEDA6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1264315096" sldId="257"/>
            <ac:picMk id="37" creationId="{9D09A121-1C12-EFE5-2379-A4D64661E738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1264315096" sldId="257"/>
            <ac:picMk id="39" creationId="{CCBF6DB1-9D72-8089-BAB5-603B4F7C39CE}"/>
          </ac:picMkLst>
        </pc:picChg>
      </pc:sldChg>
      <pc:sldChg chg="addSp delSp modSp mod modTransition delAnim modAnim modNotesTx">
        <pc:chgData name="Choy, Joel J H" userId="f54a572d-70ba-4e43-8db9-c56215c610af" providerId="ADAL" clId="{B2EDDDB7-49A3-4D37-B3CC-720FCCC9D17D}" dt="2026-07-24T20:42:48.985" v="3514"/>
        <pc:sldMkLst>
          <pc:docMk/>
          <pc:sldMk cId="1277605014" sldId="258"/>
        </pc:sldMkLst>
        <pc:spChg chg="mod">
          <ac:chgData name="Choy, Joel J H" userId="f54a572d-70ba-4e43-8db9-c56215c610af" providerId="ADAL" clId="{B2EDDDB7-49A3-4D37-B3CC-720FCCC9D17D}" dt="2026-07-23T23:16:43.199" v="760" actId="20577"/>
          <ac:spMkLst>
            <pc:docMk/>
            <pc:sldMk cId="1277605014" sldId="258"/>
            <ac:spMk id="6" creationId="{7B4CF514-3F9A-47C0-BA3B-440EDE718EFC}"/>
          </ac:spMkLst>
        </pc:spChg>
        <pc:spChg chg="mod">
          <ac:chgData name="Choy, Joel J H" userId="f54a572d-70ba-4e43-8db9-c56215c610af" providerId="ADAL" clId="{B2EDDDB7-49A3-4D37-B3CC-720FCCC9D17D}" dt="2026-07-23T23:22:37.916" v="908" actId="20577"/>
          <ac:spMkLst>
            <pc:docMk/>
            <pc:sldMk cId="1277605014" sldId="258"/>
            <ac:spMk id="15" creationId="{1D9178D8-6B9A-4822-957A-B69F6BEFC886}"/>
          </ac:spMkLst>
        </pc:spChg>
        <pc:spChg chg="mod">
          <ac:chgData name="Choy, Joel J H" userId="f54a572d-70ba-4e43-8db9-c56215c610af" providerId="ADAL" clId="{B2EDDDB7-49A3-4D37-B3CC-720FCCC9D17D}" dt="2026-07-23T23:19:58.251" v="890" actId="20577"/>
          <ac:spMkLst>
            <pc:docMk/>
            <pc:sldMk cId="1277605014" sldId="258"/>
            <ac:spMk id="16" creationId="{398860A4-1DCC-444A-B58A-0CA6D36E86C2}"/>
          </ac:spMkLst>
        </pc:spChg>
        <pc:spChg chg="mod">
          <ac:chgData name="Choy, Joel J H" userId="f54a572d-70ba-4e43-8db9-c56215c610af" providerId="ADAL" clId="{B2EDDDB7-49A3-4D37-B3CC-720FCCC9D17D}" dt="2026-07-23T23:17:47.135" v="859" actId="20577"/>
          <ac:spMkLst>
            <pc:docMk/>
            <pc:sldMk cId="1277605014" sldId="258"/>
            <ac:spMk id="20" creationId="{45052C34-F51A-4E9A-8051-77B484E8D110}"/>
          </ac:spMkLst>
        </pc:spChg>
        <pc:spChg chg="add del">
          <ac:chgData name="Choy, Joel J H" userId="f54a572d-70ba-4e43-8db9-c56215c610af" providerId="ADAL" clId="{B2EDDDB7-49A3-4D37-B3CC-720FCCC9D17D}" dt="2026-07-24T19:53:49.454" v="3431" actId="22"/>
          <ac:spMkLst>
            <pc:docMk/>
            <pc:sldMk cId="1277605014" sldId="258"/>
            <ac:spMk id="36" creationId="{B68B6E3A-58EB-126C-B836-67C0ECCFF9B5}"/>
          </ac:spMkLst>
        </pc:spChg>
        <pc:picChg chg="add del mod">
          <ac:chgData name="Choy, Joel J H" userId="f54a572d-70ba-4e43-8db9-c56215c610af" providerId="ADAL" clId="{B2EDDDB7-49A3-4D37-B3CC-720FCCC9D17D}" dt="2026-07-24T20:02:59.331" v="3460" actId="478"/>
          <ac:picMkLst>
            <pc:docMk/>
            <pc:sldMk cId="1277605014" sldId="258"/>
            <ac:picMk id="8" creationId="{3200D9A5-0476-1204-2A87-50B94E8A4E0F}"/>
          </ac:picMkLst>
        </pc:picChg>
        <pc:picChg chg="add del mod">
          <ac:chgData name="Choy, Joel J H" userId="f54a572d-70ba-4e43-8db9-c56215c610af" providerId="ADAL" clId="{B2EDDDB7-49A3-4D37-B3CC-720FCCC9D17D}" dt="2026-07-24T20:10:11.299" v="3473" actId="478"/>
          <ac:picMkLst>
            <pc:docMk/>
            <pc:sldMk cId="1277605014" sldId="258"/>
            <ac:picMk id="30" creationId="{851F56C5-2183-C743-49DF-CB89BCD4BA8E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1277605014" sldId="258"/>
            <ac:picMk id="32" creationId="{66FF7337-794D-B186-DD7B-68C84B2D1E1A}"/>
          </ac:picMkLst>
        </pc:picChg>
        <pc:picChg chg="add del mod">
          <ac:chgData name="Choy, Joel J H" userId="f54a572d-70ba-4e43-8db9-c56215c610af" providerId="ADAL" clId="{B2EDDDB7-49A3-4D37-B3CC-720FCCC9D17D}" dt="2026-07-24T19:55:32.805" v="3438" actId="478"/>
          <ac:picMkLst>
            <pc:docMk/>
            <pc:sldMk cId="1277605014" sldId="258"/>
            <ac:picMk id="33" creationId="{FC9F13CD-5A1C-3E02-6AFC-8E8EDD61CBA6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1277605014" sldId="258"/>
            <ac:picMk id="36" creationId="{5A48ADBB-2AA9-01E6-AA7A-63BC1DB21766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1277605014" sldId="258"/>
            <ac:picMk id="38" creationId="{48DFC81E-AC55-C1C6-3DD3-C9F78E20AF9E}"/>
          </ac:picMkLst>
        </pc:picChg>
      </pc:sldChg>
      <pc:sldChg chg="addSp delSp modSp del mod modTransition delAnim modAnim modNotesTx">
        <pc:chgData name="Choy, Joel J H" userId="f54a572d-70ba-4e43-8db9-c56215c610af" providerId="ADAL" clId="{B2EDDDB7-49A3-4D37-B3CC-720FCCC9D17D}" dt="2026-07-24T20:42:48.985" v="3514"/>
        <pc:sldMkLst>
          <pc:docMk/>
          <pc:sldMk cId="370130210" sldId="259"/>
        </pc:sldMkLst>
        <pc:spChg chg="mod">
          <ac:chgData name="Choy, Joel J H" userId="f54a572d-70ba-4e43-8db9-c56215c610af" providerId="ADAL" clId="{B2EDDDB7-49A3-4D37-B3CC-720FCCC9D17D}" dt="2026-07-23T23:34:53.691" v="929" actId="14100"/>
          <ac:spMkLst>
            <pc:docMk/>
            <pc:sldMk cId="370130210" sldId="259"/>
            <ac:spMk id="5" creationId="{E629B203-EEDF-440E-BFC3-EB93E530C676}"/>
          </ac:spMkLst>
        </pc:spChg>
        <pc:spChg chg="mod">
          <ac:chgData name="Choy, Joel J H" userId="f54a572d-70ba-4e43-8db9-c56215c610af" providerId="ADAL" clId="{B2EDDDB7-49A3-4D37-B3CC-720FCCC9D17D}" dt="2026-07-23T23:39:49.091" v="982" actId="255"/>
          <ac:spMkLst>
            <pc:docMk/>
            <pc:sldMk cId="370130210" sldId="259"/>
            <ac:spMk id="7" creationId="{9008CA08-5CC4-4E6C-AE09-E95B96195350}"/>
          </ac:spMkLst>
        </pc:spChg>
        <pc:spChg chg="mod">
          <ac:chgData name="Choy, Joel J H" userId="f54a572d-70ba-4e43-8db9-c56215c610af" providerId="ADAL" clId="{B2EDDDB7-49A3-4D37-B3CC-720FCCC9D17D}" dt="2026-07-23T23:39:56.220" v="983" actId="255"/>
          <ac:spMkLst>
            <pc:docMk/>
            <pc:sldMk cId="370130210" sldId="259"/>
            <ac:spMk id="8" creationId="{7067FAD2-DF1E-4BBA-96C2-181516B72D66}"/>
          </ac:spMkLst>
        </pc:spChg>
        <pc:spChg chg="del">
          <ac:chgData name="Choy, Joel J H" userId="f54a572d-70ba-4e43-8db9-c56215c610af" providerId="ADAL" clId="{B2EDDDB7-49A3-4D37-B3CC-720FCCC9D17D}" dt="2026-07-23T23:38:06.713" v="930" actId="478"/>
          <ac:spMkLst>
            <pc:docMk/>
            <pc:sldMk cId="370130210" sldId="259"/>
            <ac:spMk id="9" creationId="{8752FFB5-A83A-4C35-BE96-D43C1E3076A1}"/>
          </ac:spMkLst>
        </pc:spChg>
        <pc:spChg chg="del">
          <ac:chgData name="Choy, Joel J H" userId="f54a572d-70ba-4e43-8db9-c56215c610af" providerId="ADAL" clId="{B2EDDDB7-49A3-4D37-B3CC-720FCCC9D17D}" dt="2026-07-23T23:38:10.443" v="931" actId="478"/>
          <ac:spMkLst>
            <pc:docMk/>
            <pc:sldMk cId="370130210" sldId="259"/>
            <ac:spMk id="10" creationId="{952A8BD6-7981-453B-978B-25D283062C19}"/>
          </ac:spMkLst>
        </pc:spChg>
        <pc:spChg chg="mod">
          <ac:chgData name="Choy, Joel J H" userId="f54a572d-70ba-4e43-8db9-c56215c610af" providerId="ADAL" clId="{B2EDDDB7-49A3-4D37-B3CC-720FCCC9D17D}" dt="2026-07-23T23:42:58.523" v="1170" actId="255"/>
          <ac:spMkLst>
            <pc:docMk/>
            <pc:sldMk cId="370130210" sldId="259"/>
            <ac:spMk id="12" creationId="{3D5E8CEA-B6D9-47DE-A87B-1A078E629587}"/>
          </ac:spMkLst>
        </pc:spChg>
        <pc:spChg chg="del">
          <ac:chgData name="Choy, Joel J H" userId="f54a572d-70ba-4e43-8db9-c56215c610af" providerId="ADAL" clId="{B2EDDDB7-49A3-4D37-B3CC-720FCCC9D17D}" dt="2026-07-23T23:38:50.953" v="935" actId="478"/>
          <ac:spMkLst>
            <pc:docMk/>
            <pc:sldMk cId="370130210" sldId="259"/>
            <ac:spMk id="13" creationId="{30AB2BED-B666-47FF-ACB3-1FE3264B173F}"/>
          </ac:spMkLst>
        </pc:spChg>
        <pc:spChg chg="add del mod">
          <ac:chgData name="Choy, Joel J H" userId="f54a572d-70ba-4e43-8db9-c56215c610af" providerId="ADAL" clId="{B2EDDDB7-49A3-4D37-B3CC-720FCCC9D17D}" dt="2026-07-23T23:43:55.316" v="1177" actId="14100"/>
          <ac:spMkLst>
            <pc:docMk/>
            <pc:sldMk cId="370130210" sldId="259"/>
            <ac:spMk id="14" creationId="{685D6BBE-8053-44CA-A5CA-2902BE944C43}"/>
          </ac:spMkLst>
        </pc:spChg>
        <pc:spChg chg="del">
          <ac:chgData name="Choy, Joel J H" userId="f54a572d-70ba-4e43-8db9-c56215c610af" providerId="ADAL" clId="{B2EDDDB7-49A3-4D37-B3CC-720FCCC9D17D}" dt="2026-07-23T23:41:05.692" v="1040" actId="478"/>
          <ac:spMkLst>
            <pc:docMk/>
            <pc:sldMk cId="370130210" sldId="259"/>
            <ac:spMk id="15" creationId="{81DA395F-8C3E-4B52-AC9B-AD399D33E886}"/>
          </ac:spMkLst>
        </pc:spChg>
        <pc:spChg chg="mod">
          <ac:chgData name="Choy, Joel J H" userId="f54a572d-70ba-4e43-8db9-c56215c610af" providerId="ADAL" clId="{B2EDDDB7-49A3-4D37-B3CC-720FCCC9D17D}" dt="2026-07-23T23:43:05.591" v="1171" actId="255"/>
          <ac:spMkLst>
            <pc:docMk/>
            <pc:sldMk cId="370130210" sldId="259"/>
            <ac:spMk id="17" creationId="{BC97D5FF-1B76-4D99-93D6-87A2B81288B4}"/>
          </ac:spMkLst>
        </pc:spChg>
        <pc:spChg chg="del">
          <ac:chgData name="Choy, Joel J H" userId="f54a572d-70ba-4e43-8db9-c56215c610af" providerId="ADAL" clId="{B2EDDDB7-49A3-4D37-B3CC-720FCCC9D17D}" dt="2026-07-23T23:38:55.585" v="936" actId="478"/>
          <ac:spMkLst>
            <pc:docMk/>
            <pc:sldMk cId="370130210" sldId="259"/>
            <ac:spMk id="18" creationId="{D65174CD-DA6E-47C7-AF7D-11B25B62CFD9}"/>
          </ac:spMkLst>
        </pc:spChg>
        <pc:spChg chg="add del mod">
          <ac:chgData name="Choy, Joel J H" userId="f54a572d-70ba-4e43-8db9-c56215c610af" providerId="ADAL" clId="{B2EDDDB7-49A3-4D37-B3CC-720FCCC9D17D}" dt="2026-07-23T23:44:09.097" v="1179" actId="14100"/>
          <ac:spMkLst>
            <pc:docMk/>
            <pc:sldMk cId="370130210" sldId="259"/>
            <ac:spMk id="19" creationId="{8E5CDCC7-46E3-4A3F-AA23-D8A6DE031A72}"/>
          </ac:spMkLst>
        </pc:spChg>
        <pc:spChg chg="del">
          <ac:chgData name="Choy, Joel J H" userId="f54a572d-70ba-4e43-8db9-c56215c610af" providerId="ADAL" clId="{B2EDDDB7-49A3-4D37-B3CC-720FCCC9D17D}" dt="2026-07-23T23:41:08.654" v="1041" actId="478"/>
          <ac:spMkLst>
            <pc:docMk/>
            <pc:sldMk cId="370130210" sldId="259"/>
            <ac:spMk id="20" creationId="{119CB1E5-5314-418E-8940-FE9603812B15}"/>
          </ac:spMkLst>
        </pc:spChg>
        <pc:spChg chg="mod">
          <ac:chgData name="Choy, Joel J H" userId="f54a572d-70ba-4e43-8db9-c56215c610af" providerId="ADAL" clId="{B2EDDDB7-49A3-4D37-B3CC-720FCCC9D17D}" dt="2026-07-23T23:45:51.178" v="1184" actId="1076"/>
          <ac:spMkLst>
            <pc:docMk/>
            <pc:sldMk cId="370130210" sldId="259"/>
            <ac:spMk id="21" creationId="{98D3638F-54BC-4134-97B4-DAC29E062CA9}"/>
          </ac:spMkLst>
        </pc:spChg>
        <pc:spChg chg="mod">
          <ac:chgData name="Choy, Joel J H" userId="f54a572d-70ba-4e43-8db9-c56215c610af" providerId="ADAL" clId="{B2EDDDB7-49A3-4D37-B3CC-720FCCC9D17D}" dt="2026-07-23T23:43:13.572" v="1172" actId="255"/>
          <ac:spMkLst>
            <pc:docMk/>
            <pc:sldMk cId="370130210" sldId="259"/>
            <ac:spMk id="22" creationId="{5233BF57-70F6-42B7-8836-9E71785E7E67}"/>
          </ac:spMkLst>
        </pc:spChg>
        <pc:spChg chg="del">
          <ac:chgData name="Choy, Joel J H" userId="f54a572d-70ba-4e43-8db9-c56215c610af" providerId="ADAL" clId="{B2EDDDB7-49A3-4D37-B3CC-720FCCC9D17D}" dt="2026-07-23T23:38:58.679" v="937" actId="478"/>
          <ac:spMkLst>
            <pc:docMk/>
            <pc:sldMk cId="370130210" sldId="259"/>
            <ac:spMk id="23" creationId="{0D64F144-1B40-4795-AB32-6F20283D8317}"/>
          </ac:spMkLst>
        </pc:spChg>
        <pc:spChg chg="add del mod">
          <ac:chgData name="Choy, Joel J H" userId="f54a572d-70ba-4e43-8db9-c56215c610af" providerId="ADAL" clId="{B2EDDDB7-49A3-4D37-B3CC-720FCCC9D17D}" dt="2026-07-23T23:45:57.700" v="1185" actId="1076"/>
          <ac:spMkLst>
            <pc:docMk/>
            <pc:sldMk cId="370130210" sldId="259"/>
            <ac:spMk id="24" creationId="{01E8625C-063B-4E9D-85FA-ABCC0ED19B47}"/>
          </ac:spMkLst>
        </pc:spChg>
        <pc:spChg chg="del mod">
          <ac:chgData name="Choy, Joel J H" userId="f54a572d-70ba-4e43-8db9-c56215c610af" providerId="ADAL" clId="{B2EDDDB7-49A3-4D37-B3CC-720FCCC9D17D}" dt="2026-07-23T23:41:13.219" v="1043" actId="478"/>
          <ac:spMkLst>
            <pc:docMk/>
            <pc:sldMk cId="370130210" sldId="259"/>
            <ac:spMk id="25" creationId="{AB528767-7644-494A-8B84-B6395C540760}"/>
          </ac:spMkLst>
        </pc:spChg>
        <pc:spChg chg="del">
          <ac:chgData name="Choy, Joel J H" userId="f54a572d-70ba-4e43-8db9-c56215c610af" providerId="ADAL" clId="{B2EDDDB7-49A3-4D37-B3CC-720FCCC9D17D}" dt="2026-07-23T23:43:32.865" v="1174" actId="478"/>
          <ac:spMkLst>
            <pc:docMk/>
            <pc:sldMk cId="370130210" sldId="259"/>
            <ac:spMk id="27" creationId="{5DA66DF3-AFAD-4C2F-99F3-568C3BF1C489}"/>
          </ac:spMkLst>
        </pc:spChg>
        <pc:spChg chg="del">
          <ac:chgData name="Choy, Joel J H" userId="f54a572d-70ba-4e43-8db9-c56215c610af" providerId="ADAL" clId="{B2EDDDB7-49A3-4D37-B3CC-720FCCC9D17D}" dt="2026-07-23T23:39:02.138" v="938" actId="478"/>
          <ac:spMkLst>
            <pc:docMk/>
            <pc:sldMk cId="370130210" sldId="259"/>
            <ac:spMk id="28" creationId="{A345BD2C-FA59-4B6B-88AB-91962A0EA679}"/>
          </ac:spMkLst>
        </pc:spChg>
        <pc:spChg chg="del">
          <ac:chgData name="Choy, Joel J H" userId="f54a572d-70ba-4e43-8db9-c56215c610af" providerId="ADAL" clId="{B2EDDDB7-49A3-4D37-B3CC-720FCCC9D17D}" dt="2026-07-23T23:43:36.397" v="1175" actId="478"/>
          <ac:spMkLst>
            <pc:docMk/>
            <pc:sldMk cId="370130210" sldId="259"/>
            <ac:spMk id="29" creationId="{ABC0ECEC-4907-424B-86F0-29A07119D0C2}"/>
          </ac:spMkLst>
        </pc:spChg>
        <pc:spChg chg="del">
          <ac:chgData name="Choy, Joel J H" userId="f54a572d-70ba-4e43-8db9-c56215c610af" providerId="ADAL" clId="{B2EDDDB7-49A3-4D37-B3CC-720FCCC9D17D}" dt="2026-07-23T23:41:16.375" v="1044" actId="478"/>
          <ac:spMkLst>
            <pc:docMk/>
            <pc:sldMk cId="370130210" sldId="259"/>
            <ac:spMk id="30" creationId="{A641FAAB-F7E7-4E9E-977B-616C44AFA339}"/>
          </ac:spMkLst>
        </pc:spChg>
        <pc:spChg chg="del">
          <ac:chgData name="Choy, Joel J H" userId="f54a572d-70ba-4e43-8db9-c56215c610af" providerId="ADAL" clId="{B2EDDDB7-49A3-4D37-B3CC-720FCCC9D17D}" dt="2026-07-23T23:43:29.837" v="1173" actId="478"/>
          <ac:spMkLst>
            <pc:docMk/>
            <pc:sldMk cId="370130210" sldId="259"/>
            <ac:spMk id="31" creationId="{E14EBA07-AF87-4145-BFC1-64A472436273}"/>
          </ac:spMkLst>
        </pc:spChg>
        <pc:spChg chg="del">
          <ac:chgData name="Choy, Joel J H" userId="f54a572d-70ba-4e43-8db9-c56215c610af" providerId="ADAL" clId="{B2EDDDB7-49A3-4D37-B3CC-720FCCC9D17D}" dt="2026-07-23T23:44:33.571" v="1182" actId="478"/>
          <ac:spMkLst>
            <pc:docMk/>
            <pc:sldMk cId="370130210" sldId="259"/>
            <ac:spMk id="35" creationId="{7E91159D-6729-4DDB-AA45-5ABD423C7A50}"/>
          </ac:spMkLst>
        </pc:spChg>
        <pc:picChg chg="add del mod">
          <ac:chgData name="Choy, Joel J H" userId="f54a572d-70ba-4e43-8db9-c56215c610af" providerId="ADAL" clId="{B2EDDDB7-49A3-4D37-B3CC-720FCCC9D17D}" dt="2026-07-24T20:03:03.600" v="3461" actId="478"/>
          <ac:picMkLst>
            <pc:docMk/>
            <pc:sldMk cId="370130210" sldId="259"/>
            <ac:picMk id="9" creationId="{BEAA5AEB-3E1F-0F10-102A-8DDA30C74E10}"/>
          </ac:picMkLst>
        </pc:picChg>
        <pc:picChg chg="add del mod">
          <ac:chgData name="Choy, Joel J H" userId="f54a572d-70ba-4e43-8db9-c56215c610af" providerId="ADAL" clId="{B2EDDDB7-49A3-4D37-B3CC-720FCCC9D17D}" dt="2026-07-24T20:10:17.169" v="3474" actId="478"/>
          <ac:picMkLst>
            <pc:docMk/>
            <pc:sldMk cId="370130210" sldId="259"/>
            <ac:picMk id="13" creationId="{FC617A09-09C7-CE58-B891-26A958A737A6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370130210" sldId="259"/>
            <ac:picMk id="18" creationId="{875BE8C8-9794-0DAB-0744-DB3D2FF68433}"/>
          </ac:picMkLst>
        </pc:picChg>
        <pc:picChg chg="add del mod">
          <ac:chgData name="Choy, Joel J H" userId="f54a572d-70ba-4e43-8db9-c56215c610af" providerId="ADAL" clId="{B2EDDDB7-49A3-4D37-B3CC-720FCCC9D17D}" dt="2026-07-24T19:55:37.190" v="3439" actId="478"/>
          <ac:picMkLst>
            <pc:docMk/>
            <pc:sldMk cId="370130210" sldId="259"/>
            <ac:picMk id="20" creationId="{A590344D-A924-E3EE-7491-9D2F479A42B8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370130210" sldId="259"/>
            <ac:picMk id="25" creationId="{2733CB52-DEB6-B548-2553-ECD6BDA894AC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370130210" sldId="259"/>
            <ac:picMk id="28" creationId="{455A8805-DCB1-A421-47C6-BC4F1E680032}"/>
          </ac:picMkLst>
        </pc:picChg>
      </pc:sldChg>
      <pc:sldChg chg="addSp delSp modSp mod modTransition delAnim modAnim">
        <pc:chgData name="Choy, Joel J H" userId="f54a572d-70ba-4e43-8db9-c56215c610af" providerId="ADAL" clId="{B2EDDDB7-49A3-4D37-B3CC-720FCCC9D17D}" dt="2026-07-24T20:42:48.985" v="3514"/>
        <pc:sldMkLst>
          <pc:docMk/>
          <pc:sldMk cId="1391908369" sldId="260"/>
        </pc:sldMkLst>
        <pc:spChg chg="mod">
          <ac:chgData name="Choy, Joel J H" userId="f54a572d-70ba-4e43-8db9-c56215c610af" providerId="ADAL" clId="{B2EDDDB7-49A3-4D37-B3CC-720FCCC9D17D}" dt="2026-07-24T08:09:37.874" v="2917" actId="20577"/>
          <ac:spMkLst>
            <pc:docMk/>
            <pc:sldMk cId="1391908369" sldId="260"/>
            <ac:spMk id="5" creationId="{926A668B-85D5-4763-9697-85C1E4205C75}"/>
          </ac:spMkLst>
        </pc:spChg>
        <pc:spChg chg="mod">
          <ac:chgData name="Choy, Joel J H" userId="f54a572d-70ba-4e43-8db9-c56215c610af" providerId="ADAL" clId="{B2EDDDB7-49A3-4D37-B3CC-720FCCC9D17D}" dt="2026-07-23T23:52:47.946" v="1527" actId="20577"/>
          <ac:spMkLst>
            <pc:docMk/>
            <pc:sldMk cId="1391908369" sldId="260"/>
            <ac:spMk id="6" creationId="{32A85E49-192B-443B-AC14-390CAB07C906}"/>
          </ac:spMkLst>
        </pc:spChg>
        <pc:spChg chg="mod">
          <ac:chgData name="Choy, Joel J H" userId="f54a572d-70ba-4e43-8db9-c56215c610af" providerId="ADAL" clId="{B2EDDDB7-49A3-4D37-B3CC-720FCCC9D17D}" dt="2026-07-23T23:47:25.522" v="1190" actId="14100"/>
          <ac:spMkLst>
            <pc:docMk/>
            <pc:sldMk cId="1391908369" sldId="260"/>
            <ac:spMk id="8" creationId="{187799C6-6703-4B44-B825-BF29C9BE1981}"/>
          </ac:spMkLst>
        </pc:spChg>
        <pc:spChg chg="mod">
          <ac:chgData name="Choy, Joel J H" userId="f54a572d-70ba-4e43-8db9-c56215c610af" providerId="ADAL" clId="{B2EDDDB7-49A3-4D37-B3CC-720FCCC9D17D}" dt="2026-07-23T23:48:05.873" v="1191" actId="1076"/>
          <ac:spMkLst>
            <pc:docMk/>
            <pc:sldMk cId="1391908369" sldId="260"/>
            <ac:spMk id="10" creationId="{4A627A34-7628-4298-81FB-0A194A3A16E5}"/>
          </ac:spMkLst>
        </pc:spChg>
        <pc:spChg chg="mod">
          <ac:chgData name="Choy, Joel J H" userId="f54a572d-70ba-4e43-8db9-c56215c610af" providerId="ADAL" clId="{B2EDDDB7-49A3-4D37-B3CC-720FCCC9D17D}" dt="2026-07-23T23:54:31.372" v="1571" actId="20577"/>
          <ac:spMkLst>
            <pc:docMk/>
            <pc:sldMk cId="1391908369" sldId="260"/>
            <ac:spMk id="38" creationId="{CD87B4A7-EBD1-4C91-B659-619597672FC1}"/>
          </ac:spMkLst>
        </pc:spChg>
        <pc:spChg chg="mod">
          <ac:chgData name="Choy, Joel J H" userId="f54a572d-70ba-4e43-8db9-c56215c610af" providerId="ADAL" clId="{B2EDDDB7-49A3-4D37-B3CC-720FCCC9D17D}" dt="2026-07-23T23:49:45.280" v="1265" actId="20577"/>
          <ac:spMkLst>
            <pc:docMk/>
            <pc:sldMk cId="1391908369" sldId="260"/>
            <ac:spMk id="40" creationId="{AFF56C97-F74C-4916-9FD0-AD2522AA9F00}"/>
          </ac:spMkLst>
        </pc:spChg>
        <pc:spChg chg="mod">
          <ac:chgData name="Choy, Joel J H" userId="f54a572d-70ba-4e43-8db9-c56215c610af" providerId="ADAL" clId="{B2EDDDB7-49A3-4D37-B3CC-720FCCC9D17D}" dt="2026-07-23T23:50:58.957" v="1353" actId="20577"/>
          <ac:spMkLst>
            <pc:docMk/>
            <pc:sldMk cId="1391908369" sldId="260"/>
            <ac:spMk id="41" creationId="{C868D236-F5E5-4F3E-A253-F347C24A6EB6}"/>
          </ac:spMkLst>
        </pc:spChg>
        <pc:spChg chg="mod">
          <ac:chgData name="Choy, Joel J H" userId="f54a572d-70ba-4e43-8db9-c56215c610af" providerId="ADAL" clId="{B2EDDDB7-49A3-4D37-B3CC-720FCCC9D17D}" dt="2026-07-23T23:51:38.975" v="1430" actId="20577"/>
          <ac:spMkLst>
            <pc:docMk/>
            <pc:sldMk cId="1391908369" sldId="260"/>
            <ac:spMk id="42" creationId="{41E9820F-ADF6-48C2-B908-2C36B172B1B8}"/>
          </ac:spMkLst>
        </pc:spChg>
        <pc:picChg chg="add del mod">
          <ac:chgData name="Choy, Joel J H" userId="f54a572d-70ba-4e43-8db9-c56215c610af" providerId="ADAL" clId="{B2EDDDB7-49A3-4D37-B3CC-720FCCC9D17D}" dt="2026-07-24T20:03:06.975" v="3462" actId="478"/>
          <ac:picMkLst>
            <pc:docMk/>
            <pc:sldMk cId="1391908369" sldId="260"/>
            <ac:picMk id="9" creationId="{EF794C44-A385-B43C-8AE5-57EC4CE512E0}"/>
          </ac:picMkLst>
        </pc:picChg>
        <pc:picChg chg="add del mod">
          <ac:chgData name="Choy, Joel J H" userId="f54a572d-70ba-4e43-8db9-c56215c610af" providerId="ADAL" clId="{B2EDDDB7-49A3-4D37-B3CC-720FCCC9D17D}" dt="2026-07-24T20:10:21.490" v="3475" actId="478"/>
          <ac:picMkLst>
            <pc:docMk/>
            <pc:sldMk cId="1391908369" sldId="260"/>
            <ac:picMk id="16" creationId="{C4E2AD16-0539-4756-5396-6B36C41D9D4E}"/>
          </ac:picMkLst>
        </pc:picChg>
        <pc:picChg chg="add del mod">
          <ac:chgData name="Choy, Joel J H" userId="f54a572d-70ba-4e43-8db9-c56215c610af" providerId="ADAL" clId="{B2EDDDB7-49A3-4D37-B3CC-720FCCC9D17D}" dt="2026-07-24T19:55:40.209" v="3440" actId="478"/>
          <ac:picMkLst>
            <pc:docMk/>
            <pc:sldMk cId="1391908369" sldId="260"/>
            <ac:picMk id="45" creationId="{E3E326C3-D7DB-DBA9-9917-FDB52008E9DB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1391908369" sldId="260"/>
            <ac:picMk id="46" creationId="{C3FB9881-A5A4-7FBF-96BD-A920004B48BE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1391908369" sldId="260"/>
            <ac:picMk id="48" creationId="{C8833CFC-A350-4F73-528F-4CBCE2556A53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1391908369" sldId="260"/>
            <ac:picMk id="50" creationId="{C2E822FD-E190-D94C-1531-B11E17ED418F}"/>
          </ac:picMkLst>
        </pc:picChg>
        <pc:picChg chg="mod">
          <ac:chgData name="Choy, Joel J H" userId="f54a572d-70ba-4e43-8db9-c56215c610af" providerId="ADAL" clId="{B2EDDDB7-49A3-4D37-B3CC-720FCCC9D17D}" dt="2026-07-23T23:47:16.139" v="1189" actId="14100"/>
          <ac:picMkLst>
            <pc:docMk/>
            <pc:sldMk cId="1391908369" sldId="260"/>
            <ac:picMk id="51" creationId="{00000000-0000-0000-0000-000000000000}"/>
          </ac:picMkLst>
        </pc:picChg>
      </pc:sldChg>
      <pc:sldChg chg="addSp delSp modSp mod modTransition delAnim modAnim modNotesTx">
        <pc:chgData name="Choy, Joel J H" userId="f54a572d-70ba-4e43-8db9-c56215c610af" providerId="ADAL" clId="{B2EDDDB7-49A3-4D37-B3CC-720FCCC9D17D}" dt="2026-07-24T20:42:48.985" v="3514"/>
        <pc:sldMkLst>
          <pc:docMk/>
          <pc:sldMk cId="1524266811" sldId="261"/>
        </pc:sldMkLst>
        <pc:spChg chg="mod">
          <ac:chgData name="Choy, Joel J H" userId="f54a572d-70ba-4e43-8db9-c56215c610af" providerId="ADAL" clId="{B2EDDDB7-49A3-4D37-B3CC-720FCCC9D17D}" dt="2026-07-23T23:59:21.101" v="1655" actId="14100"/>
          <ac:spMkLst>
            <pc:docMk/>
            <pc:sldMk cId="1524266811" sldId="261"/>
            <ac:spMk id="5" creationId="{4047FFDF-6247-4732-9DB1-41A97158776B}"/>
          </ac:spMkLst>
        </pc:spChg>
        <pc:spChg chg="mod">
          <ac:chgData name="Choy, Joel J H" userId="f54a572d-70ba-4e43-8db9-c56215c610af" providerId="ADAL" clId="{B2EDDDB7-49A3-4D37-B3CC-720FCCC9D17D}" dt="2026-07-24T00:04:33.476" v="1898" actId="20577"/>
          <ac:spMkLst>
            <pc:docMk/>
            <pc:sldMk cId="1524266811" sldId="261"/>
            <ac:spMk id="6" creationId="{B0C5B69E-170B-4092-A67A-1605A5495554}"/>
          </ac:spMkLst>
        </pc:spChg>
        <pc:spChg chg="mod">
          <ac:chgData name="Choy, Joel J H" userId="f54a572d-70ba-4e43-8db9-c56215c610af" providerId="ADAL" clId="{B2EDDDB7-49A3-4D37-B3CC-720FCCC9D17D}" dt="2026-07-24T00:01:14.939" v="1676" actId="20577"/>
          <ac:spMkLst>
            <pc:docMk/>
            <pc:sldMk cId="1524266811" sldId="261"/>
            <ac:spMk id="11" creationId="{BD0BA6AB-AE28-4C92-9F5E-7AB414D4BFFC}"/>
          </ac:spMkLst>
        </pc:spChg>
        <pc:spChg chg="mod">
          <ac:chgData name="Choy, Joel J H" userId="f54a572d-70ba-4e43-8db9-c56215c610af" providerId="ADAL" clId="{B2EDDDB7-49A3-4D37-B3CC-720FCCC9D17D}" dt="2026-07-24T00:01:30.611" v="1700" actId="20577"/>
          <ac:spMkLst>
            <pc:docMk/>
            <pc:sldMk cId="1524266811" sldId="261"/>
            <ac:spMk id="15" creationId="{44EAEAF5-EAD3-4257-96F3-7DC68D4E39A3}"/>
          </ac:spMkLst>
        </pc:spChg>
        <pc:spChg chg="mod">
          <ac:chgData name="Choy, Joel J H" userId="f54a572d-70ba-4e43-8db9-c56215c610af" providerId="ADAL" clId="{B2EDDDB7-49A3-4D37-B3CC-720FCCC9D17D}" dt="2026-07-24T00:01:45.690" v="1732" actId="20577"/>
          <ac:spMkLst>
            <pc:docMk/>
            <pc:sldMk cId="1524266811" sldId="261"/>
            <ac:spMk id="19" creationId="{3D38ADF1-B7B9-47E1-A6A4-88D6C5F35713}"/>
          </ac:spMkLst>
        </pc:spChg>
        <pc:spChg chg="mod">
          <ac:chgData name="Choy, Joel J H" userId="f54a572d-70ba-4e43-8db9-c56215c610af" providerId="ADAL" clId="{B2EDDDB7-49A3-4D37-B3CC-720FCCC9D17D}" dt="2026-07-24T00:12:34.989" v="1929" actId="20577"/>
          <ac:spMkLst>
            <pc:docMk/>
            <pc:sldMk cId="1524266811" sldId="261"/>
            <ac:spMk id="23" creationId="{9E6AFE70-3ACF-4725-8F75-90E9AEE35E0A}"/>
          </ac:spMkLst>
        </pc:spChg>
        <pc:spChg chg="mod">
          <ac:chgData name="Choy, Joel J H" userId="f54a572d-70ba-4e43-8db9-c56215c610af" providerId="ADAL" clId="{B2EDDDB7-49A3-4D37-B3CC-720FCCC9D17D}" dt="2026-07-24T00:13:25.188" v="1991" actId="20577"/>
          <ac:spMkLst>
            <pc:docMk/>
            <pc:sldMk cId="1524266811" sldId="261"/>
            <ac:spMk id="24" creationId="{5A1D3552-C894-4BCB-9E80-E83FC088CC02}"/>
          </ac:spMkLst>
        </pc:spChg>
        <pc:spChg chg="mod">
          <ac:chgData name="Choy, Joel J H" userId="f54a572d-70ba-4e43-8db9-c56215c610af" providerId="ADAL" clId="{B2EDDDB7-49A3-4D37-B3CC-720FCCC9D17D}" dt="2026-07-24T00:03:31.377" v="1802" actId="20577"/>
          <ac:spMkLst>
            <pc:docMk/>
            <pc:sldMk cId="1524266811" sldId="261"/>
            <ac:spMk id="27" creationId="{E4F4DC0A-9718-4685-B7B8-E6353B85BD9D}"/>
          </ac:spMkLst>
        </pc:spChg>
        <pc:picChg chg="add del mod">
          <ac:chgData name="Choy, Joel J H" userId="f54a572d-70ba-4e43-8db9-c56215c610af" providerId="ADAL" clId="{B2EDDDB7-49A3-4D37-B3CC-720FCCC9D17D}" dt="2026-07-24T20:03:11.406" v="3463" actId="478"/>
          <ac:picMkLst>
            <pc:docMk/>
            <pc:sldMk cId="1524266811" sldId="261"/>
            <ac:picMk id="8" creationId="{CAB83705-EA59-60E0-8189-2167C8CFC2FA}"/>
          </ac:picMkLst>
        </pc:picChg>
        <pc:picChg chg="add del mod">
          <ac:chgData name="Choy, Joel J H" userId="f54a572d-70ba-4e43-8db9-c56215c610af" providerId="ADAL" clId="{B2EDDDB7-49A3-4D37-B3CC-720FCCC9D17D}" dt="2026-07-24T20:10:24.642" v="3476" actId="478"/>
          <ac:picMkLst>
            <pc:docMk/>
            <pc:sldMk cId="1524266811" sldId="261"/>
            <ac:picMk id="31" creationId="{B1BAD6D4-E68C-61A1-D9E5-C10C6E6302EA}"/>
          </ac:picMkLst>
        </pc:picChg>
        <pc:picChg chg="add del mod">
          <ac:chgData name="Choy, Joel J H" userId="f54a572d-70ba-4e43-8db9-c56215c610af" providerId="ADAL" clId="{B2EDDDB7-49A3-4D37-B3CC-720FCCC9D17D}" dt="2026-07-24T19:55:44.958" v="3441" actId="478"/>
          <ac:picMkLst>
            <pc:docMk/>
            <pc:sldMk cId="1524266811" sldId="261"/>
            <ac:picMk id="32" creationId="{44B5226E-4E54-CBE9-6985-E6AB9C68A272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1524266811" sldId="261"/>
            <ac:picMk id="34" creationId="{2DF5FB1D-5995-FDBA-7C54-CA60B66E898D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1524266811" sldId="261"/>
            <ac:picMk id="37" creationId="{A04B7D84-A6D0-4665-F427-75B19E85A7C3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1524266811" sldId="261"/>
            <ac:picMk id="39" creationId="{28B33083-6354-4DC5-324A-F28A15A473B1}"/>
          </ac:picMkLst>
        </pc:picChg>
      </pc:sldChg>
      <pc:sldChg chg="addSp delSp modSp mod modTransition delAnim modAnim modNotesTx">
        <pc:chgData name="Choy, Joel J H" userId="f54a572d-70ba-4e43-8db9-c56215c610af" providerId="ADAL" clId="{B2EDDDB7-49A3-4D37-B3CC-720FCCC9D17D}" dt="2026-07-24T20:42:48.985" v="3514"/>
        <pc:sldMkLst>
          <pc:docMk/>
          <pc:sldMk cId="1524266811" sldId="262"/>
        </pc:sldMkLst>
        <pc:spChg chg="mod">
          <ac:chgData name="Choy, Joel J H" userId="f54a572d-70ba-4e43-8db9-c56215c610af" providerId="ADAL" clId="{B2EDDDB7-49A3-4D37-B3CC-720FCCC9D17D}" dt="2026-07-24T00:18:12.546" v="2097" actId="20577"/>
          <ac:spMkLst>
            <pc:docMk/>
            <pc:sldMk cId="1524266811" sldId="262"/>
            <ac:spMk id="10" creationId="{E079780E-6F06-4078-BD5D-EE1FB917E511}"/>
          </ac:spMkLst>
        </pc:spChg>
        <pc:spChg chg="mod">
          <ac:chgData name="Choy, Joel J H" userId="f54a572d-70ba-4e43-8db9-c56215c610af" providerId="ADAL" clId="{B2EDDDB7-49A3-4D37-B3CC-720FCCC9D17D}" dt="2026-07-24T00:17:24.933" v="2087" actId="14100"/>
          <ac:spMkLst>
            <pc:docMk/>
            <pc:sldMk cId="1524266811" sldId="262"/>
            <ac:spMk id="14" creationId="{E3F6D01C-1A35-4688-84C6-54FEFA92CB4E}"/>
          </ac:spMkLst>
        </pc:spChg>
        <pc:spChg chg="mod">
          <ac:chgData name="Choy, Joel J H" userId="f54a572d-70ba-4e43-8db9-c56215c610af" providerId="ADAL" clId="{B2EDDDB7-49A3-4D37-B3CC-720FCCC9D17D}" dt="2026-07-24T00:15:58.698" v="2003" actId="20577"/>
          <ac:spMkLst>
            <pc:docMk/>
            <pc:sldMk cId="1524266811" sldId="262"/>
            <ac:spMk id="28" creationId="{F618FA4E-50FC-4330-87AE-4B458047931F}"/>
          </ac:spMkLst>
        </pc:spChg>
        <pc:picChg chg="add del mod">
          <ac:chgData name="Choy, Joel J H" userId="f54a572d-70ba-4e43-8db9-c56215c610af" providerId="ADAL" clId="{B2EDDDB7-49A3-4D37-B3CC-720FCCC9D17D}" dt="2026-07-24T20:03:16.479" v="3464" actId="478"/>
          <ac:picMkLst>
            <pc:docMk/>
            <pc:sldMk cId="1524266811" sldId="262"/>
            <ac:picMk id="40" creationId="{45D62B7C-D61C-FB76-4569-AF9F3A3E9F8C}"/>
          </ac:picMkLst>
        </pc:picChg>
        <pc:picChg chg="add del mod">
          <ac:chgData name="Choy, Joel J H" userId="f54a572d-70ba-4e43-8db9-c56215c610af" providerId="ADAL" clId="{B2EDDDB7-49A3-4D37-B3CC-720FCCC9D17D}" dt="2026-07-24T19:55:48.840" v="3442" actId="478"/>
          <ac:picMkLst>
            <pc:docMk/>
            <pc:sldMk cId="1524266811" sldId="262"/>
            <ac:picMk id="42" creationId="{F36CF9EE-705D-97DD-28E7-1F85163401DA}"/>
          </ac:picMkLst>
        </pc:picChg>
        <pc:picChg chg="add del mod">
          <ac:chgData name="Choy, Joel J H" userId="f54a572d-70ba-4e43-8db9-c56215c610af" providerId="ADAL" clId="{B2EDDDB7-49A3-4D37-B3CC-720FCCC9D17D}" dt="2026-07-24T20:10:28.372" v="3477" actId="478"/>
          <ac:picMkLst>
            <pc:docMk/>
            <pc:sldMk cId="1524266811" sldId="262"/>
            <ac:picMk id="43" creationId="{86B5B523-2786-22C7-06EA-0664866D28C9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1524266811" sldId="262"/>
            <ac:picMk id="45" creationId="{0E691F5C-865A-918D-A11E-A26BC4BC625B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1524266811" sldId="262"/>
            <ac:picMk id="47" creationId="{25DBFDE2-2791-0819-A662-603FB9B47925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1524266811" sldId="262"/>
            <ac:picMk id="49" creationId="{441E9A7C-5A6B-2BAE-75C4-A98BEFB5E730}"/>
          </ac:picMkLst>
        </pc:picChg>
      </pc:sldChg>
      <pc:sldChg chg="addSp delSp modSp mod modTransition delAnim modAnim modNotesTx">
        <pc:chgData name="Choy, Joel J H" userId="f54a572d-70ba-4e43-8db9-c56215c610af" providerId="ADAL" clId="{B2EDDDB7-49A3-4D37-B3CC-720FCCC9D17D}" dt="2026-07-24T20:42:48.985" v="3514"/>
        <pc:sldMkLst>
          <pc:docMk/>
          <pc:sldMk cId="1524266811" sldId="263"/>
        </pc:sldMkLst>
        <pc:spChg chg="mod">
          <ac:chgData name="Choy, Joel J H" userId="f54a572d-70ba-4e43-8db9-c56215c610af" providerId="ADAL" clId="{B2EDDDB7-49A3-4D37-B3CC-720FCCC9D17D}" dt="2026-07-24T00:27:49.095" v="2124" actId="20577"/>
          <ac:spMkLst>
            <pc:docMk/>
            <pc:sldMk cId="1524266811" sldId="263"/>
            <ac:spMk id="5" creationId="{B8E73E1A-5A98-4782-80FD-B42D9113668A}"/>
          </ac:spMkLst>
        </pc:spChg>
        <pc:spChg chg="mod">
          <ac:chgData name="Choy, Joel J H" userId="f54a572d-70ba-4e43-8db9-c56215c610af" providerId="ADAL" clId="{B2EDDDB7-49A3-4D37-B3CC-720FCCC9D17D}" dt="2026-07-24T00:28:58.702" v="2338" actId="20577"/>
          <ac:spMkLst>
            <pc:docMk/>
            <pc:sldMk cId="1524266811" sldId="263"/>
            <ac:spMk id="6" creationId="{80FD1033-DC21-4068-987A-23F4D3B68A03}"/>
          </ac:spMkLst>
        </pc:spChg>
        <pc:spChg chg="mod">
          <ac:chgData name="Choy, Joel J H" userId="f54a572d-70ba-4e43-8db9-c56215c610af" providerId="ADAL" clId="{B2EDDDB7-49A3-4D37-B3CC-720FCCC9D17D}" dt="2026-07-24T00:29:20.297" v="2348" actId="20577"/>
          <ac:spMkLst>
            <pc:docMk/>
            <pc:sldMk cId="1524266811" sldId="263"/>
            <ac:spMk id="8" creationId="{AF23D486-5C07-4974-9517-606C3D387700}"/>
          </ac:spMkLst>
        </pc:spChg>
        <pc:spChg chg="mod">
          <ac:chgData name="Choy, Joel J H" userId="f54a572d-70ba-4e43-8db9-c56215c610af" providerId="ADAL" clId="{B2EDDDB7-49A3-4D37-B3CC-720FCCC9D17D}" dt="2026-07-24T00:29:52.982" v="2385" actId="20577"/>
          <ac:spMkLst>
            <pc:docMk/>
            <pc:sldMk cId="1524266811" sldId="263"/>
            <ac:spMk id="9" creationId="{C833D0AA-2E21-46B8-9862-8D2466C96762}"/>
          </ac:spMkLst>
        </pc:spChg>
        <pc:spChg chg="mod">
          <ac:chgData name="Choy, Joel J H" userId="f54a572d-70ba-4e43-8db9-c56215c610af" providerId="ADAL" clId="{B2EDDDB7-49A3-4D37-B3CC-720FCCC9D17D}" dt="2026-07-24T00:31:24.630" v="2402" actId="20577"/>
          <ac:spMkLst>
            <pc:docMk/>
            <pc:sldMk cId="1524266811" sldId="263"/>
            <ac:spMk id="11" creationId="{0A16AAFD-C9A3-4C54-B388-FFA13BA615AE}"/>
          </ac:spMkLst>
        </pc:spChg>
        <pc:spChg chg="mod">
          <ac:chgData name="Choy, Joel J H" userId="f54a572d-70ba-4e43-8db9-c56215c610af" providerId="ADAL" clId="{B2EDDDB7-49A3-4D37-B3CC-720FCCC9D17D}" dt="2026-07-24T00:31:59.428" v="2464" actId="20577"/>
          <ac:spMkLst>
            <pc:docMk/>
            <pc:sldMk cId="1524266811" sldId="263"/>
            <ac:spMk id="12" creationId="{EA7581B8-519C-4E69-8CFA-60C448BE1405}"/>
          </ac:spMkLst>
        </pc:spChg>
        <pc:spChg chg="mod">
          <ac:chgData name="Choy, Joel J H" userId="f54a572d-70ba-4e43-8db9-c56215c610af" providerId="ADAL" clId="{B2EDDDB7-49A3-4D37-B3CC-720FCCC9D17D}" dt="2026-07-24T00:32:14.004" v="2473" actId="20577"/>
          <ac:spMkLst>
            <pc:docMk/>
            <pc:sldMk cId="1524266811" sldId="263"/>
            <ac:spMk id="14" creationId="{5592F719-3DE1-4A94-A581-6FE6BB8C97D7}"/>
          </ac:spMkLst>
        </pc:spChg>
        <pc:spChg chg="mod">
          <ac:chgData name="Choy, Joel J H" userId="f54a572d-70ba-4e43-8db9-c56215c610af" providerId="ADAL" clId="{B2EDDDB7-49A3-4D37-B3CC-720FCCC9D17D}" dt="2026-07-24T00:32:52.176" v="2547" actId="20577"/>
          <ac:spMkLst>
            <pc:docMk/>
            <pc:sldMk cId="1524266811" sldId="263"/>
            <ac:spMk id="15" creationId="{3320B38C-30E3-463E-A4C4-D92F73C8EDB2}"/>
          </ac:spMkLst>
        </pc:spChg>
        <pc:spChg chg="mod">
          <ac:chgData name="Choy, Joel J H" userId="f54a572d-70ba-4e43-8db9-c56215c610af" providerId="ADAL" clId="{B2EDDDB7-49A3-4D37-B3CC-720FCCC9D17D}" dt="2026-07-24T00:33:09.756" v="2573" actId="20577"/>
          <ac:spMkLst>
            <pc:docMk/>
            <pc:sldMk cId="1524266811" sldId="263"/>
            <ac:spMk id="17" creationId="{3E1385A7-88E6-4A91-A1EF-7ABE5C2D8219}"/>
          </ac:spMkLst>
        </pc:spChg>
        <pc:spChg chg="mod">
          <ac:chgData name="Choy, Joel J H" userId="f54a572d-70ba-4e43-8db9-c56215c610af" providerId="ADAL" clId="{B2EDDDB7-49A3-4D37-B3CC-720FCCC9D17D}" dt="2026-07-24T00:33:39.842" v="2646" actId="20577"/>
          <ac:spMkLst>
            <pc:docMk/>
            <pc:sldMk cId="1524266811" sldId="263"/>
            <ac:spMk id="18" creationId="{2B062052-F541-4D87-B21E-7E6F701E277A}"/>
          </ac:spMkLst>
        </pc:spChg>
        <pc:spChg chg="mod">
          <ac:chgData name="Choy, Joel J H" userId="f54a572d-70ba-4e43-8db9-c56215c610af" providerId="ADAL" clId="{B2EDDDB7-49A3-4D37-B3CC-720FCCC9D17D}" dt="2026-07-24T00:33:56.897" v="2679" actId="20577"/>
          <ac:spMkLst>
            <pc:docMk/>
            <pc:sldMk cId="1524266811" sldId="263"/>
            <ac:spMk id="20" creationId="{B1493FEB-81F7-4F13-82EE-CF18A681B554}"/>
          </ac:spMkLst>
        </pc:spChg>
        <pc:spChg chg="mod">
          <ac:chgData name="Choy, Joel J H" userId="f54a572d-70ba-4e43-8db9-c56215c610af" providerId="ADAL" clId="{B2EDDDB7-49A3-4D37-B3CC-720FCCC9D17D}" dt="2026-07-24T00:34:48.305" v="2756" actId="20577"/>
          <ac:spMkLst>
            <pc:docMk/>
            <pc:sldMk cId="1524266811" sldId="263"/>
            <ac:spMk id="21" creationId="{E2CE0C28-BE94-4CD5-9DC5-B391143B6A35}"/>
          </ac:spMkLst>
        </pc:spChg>
        <pc:spChg chg="mod">
          <ac:chgData name="Choy, Joel J H" userId="f54a572d-70ba-4e43-8db9-c56215c610af" providerId="ADAL" clId="{B2EDDDB7-49A3-4D37-B3CC-720FCCC9D17D}" dt="2026-07-24T00:35:28.319" v="2773" actId="20577"/>
          <ac:spMkLst>
            <pc:docMk/>
            <pc:sldMk cId="1524266811" sldId="263"/>
            <ac:spMk id="23" creationId="{175014E3-6E01-493D-A902-018453AE2162}"/>
          </ac:spMkLst>
        </pc:spChg>
        <pc:spChg chg="mod">
          <ac:chgData name="Choy, Joel J H" userId="f54a572d-70ba-4e43-8db9-c56215c610af" providerId="ADAL" clId="{B2EDDDB7-49A3-4D37-B3CC-720FCCC9D17D}" dt="2026-07-24T00:36:19.646" v="2911" actId="20577"/>
          <ac:spMkLst>
            <pc:docMk/>
            <pc:sldMk cId="1524266811" sldId="263"/>
            <ac:spMk id="24" creationId="{687E5901-22C7-4680-8819-67BC0C07DDFE}"/>
          </ac:spMkLst>
        </pc:spChg>
        <pc:picChg chg="add del mod">
          <ac:chgData name="Choy, Joel J H" userId="f54a572d-70ba-4e43-8db9-c56215c610af" providerId="ADAL" clId="{B2EDDDB7-49A3-4D37-B3CC-720FCCC9D17D}" dt="2026-07-24T20:03:20.232" v="3465" actId="478"/>
          <ac:picMkLst>
            <pc:docMk/>
            <pc:sldMk cId="1524266811" sldId="263"/>
            <ac:picMk id="28" creationId="{820C20E7-B709-95C7-D753-497A1363CEEB}"/>
          </ac:picMkLst>
        </pc:picChg>
        <pc:picChg chg="add del mod">
          <ac:chgData name="Choy, Joel J H" userId="f54a572d-70ba-4e43-8db9-c56215c610af" providerId="ADAL" clId="{B2EDDDB7-49A3-4D37-B3CC-720FCCC9D17D}" dt="2026-07-24T19:55:53.106" v="3443" actId="478"/>
          <ac:picMkLst>
            <pc:docMk/>
            <pc:sldMk cId="1524266811" sldId="263"/>
            <ac:picMk id="29" creationId="{CD83780D-BD54-5087-859A-B0BE236F26EC}"/>
          </ac:picMkLst>
        </pc:picChg>
        <pc:picChg chg="add del mod">
          <ac:chgData name="Choy, Joel J H" userId="f54a572d-70ba-4e43-8db9-c56215c610af" providerId="ADAL" clId="{B2EDDDB7-49A3-4D37-B3CC-720FCCC9D17D}" dt="2026-07-24T20:10:33.697" v="3478" actId="478"/>
          <ac:picMkLst>
            <pc:docMk/>
            <pc:sldMk cId="1524266811" sldId="263"/>
            <ac:picMk id="31" creationId="{FE56A214-4E51-D2E9-4EC0-AE600A4DC50E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1524266811" sldId="263"/>
            <ac:picMk id="33" creationId="{37E01591-735A-DCA7-8249-236342F20627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1524266811" sldId="263"/>
            <ac:picMk id="35" creationId="{DC4992B9-843F-4E7F-8735-5523DBDA6545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1524266811" sldId="263"/>
            <ac:picMk id="38" creationId="{70AF273F-130B-0D2B-2F54-5A224E963979}"/>
          </ac:picMkLst>
        </pc:picChg>
      </pc:sldChg>
      <pc:sldChg chg="add del setBg">
        <pc:chgData name="Choy, Joel J H" userId="f54a572d-70ba-4e43-8db9-c56215c610af" providerId="ADAL" clId="{B2EDDDB7-49A3-4D37-B3CC-720FCCC9D17D}" dt="2026-07-24T09:28:34.141" v="3050"/>
        <pc:sldMkLst>
          <pc:docMk/>
          <pc:sldMk cId="1345939899" sldId="264"/>
        </pc:sldMkLst>
      </pc:sldChg>
      <pc:sldChg chg="new del ord">
        <pc:chgData name="Choy, Joel J H" userId="f54a572d-70ba-4e43-8db9-c56215c610af" providerId="ADAL" clId="{B2EDDDB7-49A3-4D37-B3CC-720FCCC9D17D}" dt="2026-07-24T09:28:18.096" v="3048" actId="2696"/>
        <pc:sldMkLst>
          <pc:docMk/>
          <pc:sldMk cId="2041146014" sldId="264"/>
        </pc:sldMkLst>
      </pc:sldChg>
      <pc:sldChg chg="new del ord">
        <pc:chgData name="Choy, Joel J H" userId="f54a572d-70ba-4e43-8db9-c56215c610af" providerId="ADAL" clId="{B2EDDDB7-49A3-4D37-B3CC-720FCCC9D17D}" dt="2026-07-24T09:31:02.326" v="3055" actId="2696"/>
        <pc:sldMkLst>
          <pc:docMk/>
          <pc:sldMk cId="2887654052" sldId="264"/>
        </pc:sldMkLst>
      </pc:sldChg>
      <pc:sldChg chg="addSp delSp modSp new mod ord modTransition setBg delAnim modAnim modNotesTx">
        <pc:chgData name="Choy, Joel J H" userId="f54a572d-70ba-4e43-8db9-c56215c610af" providerId="ADAL" clId="{B2EDDDB7-49A3-4D37-B3CC-720FCCC9D17D}" dt="2026-07-24T20:42:48.985" v="3514"/>
        <pc:sldMkLst>
          <pc:docMk/>
          <pc:sldMk cId="3030959983" sldId="264"/>
        </pc:sldMkLst>
        <pc:spChg chg="add mod">
          <ac:chgData name="Choy, Joel J H" userId="f54a572d-70ba-4e43-8db9-c56215c610af" providerId="ADAL" clId="{B2EDDDB7-49A3-4D37-B3CC-720FCCC9D17D}" dt="2026-07-24T09:51:33.610" v="3086" actId="21"/>
          <ac:spMkLst>
            <pc:docMk/>
            <pc:sldMk cId="3030959983" sldId="264"/>
            <ac:spMk id="2" creationId="{936CC563-1E5F-C805-ACB6-8C32734FC257}"/>
          </ac:spMkLst>
        </pc:spChg>
        <pc:spChg chg="add mod">
          <ac:chgData name="Choy, Joel J H" userId="f54a572d-70ba-4e43-8db9-c56215c610af" providerId="ADAL" clId="{B2EDDDB7-49A3-4D37-B3CC-720FCCC9D17D}" dt="2026-07-24T09:52:10.041" v="3092" actId="1076"/>
          <ac:spMkLst>
            <pc:docMk/>
            <pc:sldMk cId="3030959983" sldId="264"/>
            <ac:spMk id="3" creationId="{000A073F-DC97-5409-5960-E1942BB697D2}"/>
          </ac:spMkLst>
        </pc:spChg>
        <pc:picChg chg="add del mod">
          <ac:chgData name="Choy, Joel J H" userId="f54a572d-70ba-4e43-8db9-c56215c610af" providerId="ADAL" clId="{B2EDDDB7-49A3-4D37-B3CC-720FCCC9D17D}" dt="2026-07-24T20:02:37.406" v="3456"/>
          <ac:picMkLst>
            <pc:docMk/>
            <pc:sldMk cId="3030959983" sldId="264"/>
            <ac:picMk id="6" creationId="{4DA246CA-300B-9943-4F24-21D9C8943D47}"/>
          </ac:picMkLst>
        </pc:picChg>
        <pc:picChg chg="add del mod">
          <ac:chgData name="Choy, Joel J H" userId="f54a572d-70ba-4e43-8db9-c56215c610af" providerId="ADAL" clId="{B2EDDDB7-49A3-4D37-B3CC-720FCCC9D17D}" dt="2026-07-24T20:02:41.617" v="3457" actId="478"/>
          <ac:picMkLst>
            <pc:docMk/>
            <pc:sldMk cId="3030959983" sldId="264"/>
            <ac:picMk id="7" creationId="{826EA5D4-2023-C828-9D05-4CE726896482}"/>
          </ac:picMkLst>
        </pc:picChg>
        <pc:picChg chg="add del mod">
          <ac:chgData name="Choy, Joel J H" userId="f54a572d-70ba-4e43-8db9-c56215c610af" providerId="ADAL" clId="{B2EDDDB7-49A3-4D37-B3CC-720FCCC9D17D}" dt="2026-07-24T20:07:55.365" v="3469"/>
          <ac:picMkLst>
            <pc:docMk/>
            <pc:sldMk cId="3030959983" sldId="264"/>
            <ac:picMk id="10" creationId="{88D90251-44F4-0AF7-A30E-3570F7881F2B}"/>
          </ac:picMkLst>
        </pc:picChg>
        <pc:picChg chg="add del mod">
          <ac:chgData name="Choy, Joel J H" userId="f54a572d-70ba-4e43-8db9-c56215c610af" providerId="ADAL" clId="{B2EDDDB7-49A3-4D37-B3CC-720FCCC9D17D}" dt="2026-07-24T14:09:02.388" v="3116"/>
          <ac:picMkLst>
            <pc:docMk/>
            <pc:sldMk cId="3030959983" sldId="264"/>
            <ac:picMk id="11" creationId="{306C3AD6-DD17-AFC8-4476-1DD33F60F79E}"/>
          </ac:picMkLst>
        </pc:picChg>
        <pc:picChg chg="add del mod">
          <ac:chgData name="Choy, Joel J H" userId="f54a572d-70ba-4e43-8db9-c56215c610af" providerId="ADAL" clId="{B2EDDDB7-49A3-4D37-B3CC-720FCCC9D17D}" dt="2026-07-24T20:10:00.682" v="3470" actId="478"/>
          <ac:picMkLst>
            <pc:docMk/>
            <pc:sldMk cId="3030959983" sldId="264"/>
            <ac:picMk id="11" creationId="{B0D06E21-9BEF-8FD4-21AD-073B3EEC7167}"/>
          </ac:picMkLst>
        </pc:picChg>
        <pc:picChg chg="add del mod ord">
          <ac:chgData name="Choy, Joel J H" userId="f54a572d-70ba-4e43-8db9-c56215c610af" providerId="ADAL" clId="{B2EDDDB7-49A3-4D37-B3CC-720FCCC9D17D}" dt="2026-07-24T14:09:23.997" v="3117"/>
          <ac:picMkLst>
            <pc:docMk/>
            <pc:sldMk cId="3030959983" sldId="264"/>
            <ac:picMk id="16" creationId="{9503CCE4-810E-047D-9FB4-89562730BFBA}"/>
          </ac:picMkLst>
        </pc:picChg>
        <pc:picChg chg="add del mod">
          <ac:chgData name="Choy, Joel J H" userId="f54a572d-70ba-4e43-8db9-c56215c610af" providerId="ADAL" clId="{B2EDDDB7-49A3-4D37-B3CC-720FCCC9D17D}" dt="2026-07-24T18:16:56.268" v="3412"/>
          <ac:picMkLst>
            <pc:docMk/>
            <pc:sldMk cId="3030959983" sldId="264"/>
            <ac:picMk id="17" creationId="{5C1B303C-2768-19A8-A02F-163CE012811D}"/>
          </ac:picMkLst>
        </pc:picChg>
        <pc:picChg chg="add del mod">
          <ac:chgData name="Choy, Joel J H" userId="f54a572d-70ba-4e43-8db9-c56215c610af" providerId="ADAL" clId="{B2EDDDB7-49A3-4D37-B3CC-720FCCC9D17D}" dt="2026-07-24T20:16:18.547" v="3497"/>
          <ac:picMkLst>
            <pc:docMk/>
            <pc:sldMk cId="3030959983" sldId="264"/>
            <ac:picMk id="18" creationId="{9A0BE38B-47C4-96D2-9856-962200661AFF}"/>
          </ac:picMkLst>
        </pc:picChg>
        <pc:picChg chg="add del mod ord">
          <ac:chgData name="Choy, Joel J H" userId="f54a572d-70ba-4e43-8db9-c56215c610af" providerId="ADAL" clId="{B2EDDDB7-49A3-4D37-B3CC-720FCCC9D17D}" dt="2026-07-24T20:19:20.114" v="3498"/>
          <ac:picMkLst>
            <pc:docMk/>
            <pc:sldMk cId="3030959983" sldId="264"/>
            <ac:picMk id="19" creationId="{EED8A819-2182-5906-7CCF-5CFB7FB9B468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3030959983" sldId="264"/>
            <ac:picMk id="20" creationId="{13DD8D7F-AB9D-AA31-544D-F2F6C977CCD9}"/>
          </ac:picMkLst>
        </pc:picChg>
        <pc:picChg chg="add del mod">
          <ac:chgData name="Choy, Joel J H" userId="f54a572d-70ba-4e43-8db9-c56215c610af" providerId="ADAL" clId="{B2EDDDB7-49A3-4D37-B3CC-720FCCC9D17D}" dt="2026-07-24T20:29:43.357" v="3503"/>
          <ac:picMkLst>
            <pc:docMk/>
            <pc:sldMk cId="3030959983" sldId="264"/>
            <ac:picMk id="23" creationId="{89C2BE92-332E-297E-3705-010F14FB9BC0}"/>
          </ac:picMkLst>
        </pc:picChg>
        <pc:picChg chg="add del mod ord">
          <ac:chgData name="Choy, Joel J H" userId="f54a572d-70ba-4e43-8db9-c56215c610af" providerId="ADAL" clId="{B2EDDDB7-49A3-4D37-B3CC-720FCCC9D17D}" dt="2026-07-24T20:29:58.256" v="3504"/>
          <ac:picMkLst>
            <pc:docMk/>
            <pc:sldMk cId="3030959983" sldId="264"/>
            <ac:picMk id="24" creationId="{7CFCA8BC-9978-1095-EDD3-E9E7A445B231}"/>
          </ac:picMkLst>
        </pc:picChg>
        <pc:picChg chg="add del mod">
          <ac:chgData name="Choy, Joel J H" userId="f54a572d-70ba-4e43-8db9-c56215c610af" providerId="ADAL" clId="{B2EDDDB7-49A3-4D37-B3CC-720FCCC9D17D}" dt="2026-07-24T20:31:33.236" v="3507"/>
          <ac:picMkLst>
            <pc:docMk/>
            <pc:sldMk cId="3030959983" sldId="264"/>
            <ac:picMk id="25" creationId="{05620181-61AB-AC9B-01D0-53D11D386DC3}"/>
          </ac:picMkLst>
        </pc:picChg>
        <pc:picChg chg="add del mod ord">
          <ac:chgData name="Choy, Joel J H" userId="f54a572d-70ba-4e43-8db9-c56215c610af" providerId="ADAL" clId="{B2EDDDB7-49A3-4D37-B3CC-720FCCC9D17D}" dt="2026-07-24T20:31:56.228" v="3508"/>
          <ac:picMkLst>
            <pc:docMk/>
            <pc:sldMk cId="3030959983" sldId="264"/>
            <ac:picMk id="27" creationId="{9237B8A6-F89F-5AAF-2BE0-BAAA1E253BF4}"/>
          </ac:picMkLst>
        </pc:picChg>
        <pc:picChg chg="add del mod ord">
          <ac:chgData name="Choy, Joel J H" userId="f54a572d-70ba-4e43-8db9-c56215c610af" providerId="ADAL" clId="{B2EDDDB7-49A3-4D37-B3CC-720FCCC9D17D}" dt="2026-07-24T18:17:03.648" v="3413"/>
          <ac:picMkLst>
            <pc:docMk/>
            <pc:sldMk cId="3030959983" sldId="264"/>
            <ac:picMk id="27" creationId="{DAF5207D-C79E-C8AC-753C-99D2FB231E8F}"/>
          </ac:picMkLst>
        </pc:picChg>
        <pc:picChg chg="add del mod">
          <ac:chgData name="Choy, Joel J H" userId="f54a572d-70ba-4e43-8db9-c56215c610af" providerId="ADAL" clId="{B2EDDDB7-49A3-4D37-B3CC-720FCCC9D17D}" dt="2026-07-24T20:32:00.542" v="3509"/>
          <ac:picMkLst>
            <pc:docMk/>
            <pc:sldMk cId="3030959983" sldId="264"/>
            <ac:picMk id="28" creationId="{66D6BE76-A7F9-F0DA-6513-D5FD11D45B36}"/>
          </ac:picMkLst>
        </pc:picChg>
        <pc:picChg chg="add del mod">
          <ac:chgData name="Choy, Joel J H" userId="f54a572d-70ba-4e43-8db9-c56215c610af" providerId="ADAL" clId="{B2EDDDB7-49A3-4D37-B3CC-720FCCC9D17D}" dt="2026-07-24T18:17:54.560" v="3415"/>
          <ac:picMkLst>
            <pc:docMk/>
            <pc:sldMk cId="3030959983" sldId="264"/>
            <ac:picMk id="28" creationId="{7E1639D5-AA0A-4471-2C77-94DF23CFB0FB}"/>
          </ac:picMkLst>
        </pc:picChg>
        <pc:picChg chg="add del mod">
          <ac:chgData name="Choy, Joel J H" userId="f54a572d-70ba-4e43-8db9-c56215c610af" providerId="ADAL" clId="{B2EDDDB7-49A3-4D37-B3CC-720FCCC9D17D}" dt="2026-07-24T20:32:46.442" v="3511"/>
          <ac:picMkLst>
            <pc:docMk/>
            <pc:sldMk cId="3030959983" sldId="264"/>
            <ac:picMk id="31" creationId="{BA77EB69-C2AA-BFFF-8868-AD0FEEC7E7CA}"/>
          </ac:picMkLst>
        </pc:picChg>
        <pc:picChg chg="add del mod ord">
          <ac:chgData name="Choy, Joel J H" userId="f54a572d-70ba-4e43-8db9-c56215c610af" providerId="ADAL" clId="{B2EDDDB7-49A3-4D37-B3CC-720FCCC9D17D}" dt="2026-07-24T18:20:56.649" v="3416"/>
          <ac:picMkLst>
            <pc:docMk/>
            <pc:sldMk cId="3030959983" sldId="264"/>
            <ac:picMk id="33" creationId="{502CBF30-B639-9E1F-0103-9AA9A8E94ADE}"/>
          </ac:picMkLst>
        </pc:picChg>
        <pc:picChg chg="add del mod">
          <ac:chgData name="Choy, Joel J H" userId="f54a572d-70ba-4e43-8db9-c56215c610af" providerId="ADAL" clId="{B2EDDDB7-49A3-4D37-B3CC-720FCCC9D17D}" dt="2026-07-24T19:55:22.607" v="3435" actId="478"/>
          <ac:picMkLst>
            <pc:docMk/>
            <pc:sldMk cId="3030959983" sldId="264"/>
            <ac:picMk id="34" creationId="{5827BCC5-875B-DEAD-C355-EE7B20AE309E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3030959983" sldId="264"/>
            <ac:picMk id="35" creationId="{60416508-C6C8-F724-0FAA-BA5D838B829D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3030959983" sldId="264"/>
            <ac:picMk id="38" creationId="{F95E20B7-F901-5C3F-4A15-5694E9567FA4}"/>
          </ac:picMkLst>
        </pc:picChg>
      </pc:sldChg>
      <pc:sldChg chg="addSp delSp modSp add del mod setBg">
        <pc:chgData name="Choy, Joel J H" userId="f54a572d-70ba-4e43-8db9-c56215c610af" providerId="ADAL" clId="{B2EDDDB7-49A3-4D37-B3CC-720FCCC9D17D}" dt="2026-07-24T09:33:01.745" v="3062" actId="2696"/>
        <pc:sldMkLst>
          <pc:docMk/>
          <pc:sldMk cId="395422127" sldId="265"/>
        </pc:sldMkLst>
        <pc:picChg chg="add del mod">
          <ac:chgData name="Choy, Joel J H" userId="f54a572d-70ba-4e43-8db9-c56215c610af" providerId="ADAL" clId="{B2EDDDB7-49A3-4D37-B3CC-720FCCC9D17D}" dt="2026-07-24T09:32:51.481" v="3061" actId="478"/>
          <ac:picMkLst>
            <pc:docMk/>
            <pc:sldMk cId="395422127" sldId="265"/>
            <ac:picMk id="5" creationId="{00000000-0000-0000-0000-000000000000}"/>
          </ac:picMkLst>
        </pc:picChg>
      </pc:sldChg>
      <pc:sldChg chg="add del setBg">
        <pc:chgData name="Choy, Joel J H" userId="f54a572d-70ba-4e43-8db9-c56215c610af" providerId="ADAL" clId="{B2EDDDB7-49A3-4D37-B3CC-720FCCC9D17D}" dt="2026-07-24T09:28:11.832" v="3047"/>
        <pc:sldMkLst>
          <pc:docMk/>
          <pc:sldMk cId="766070735" sldId="265"/>
        </pc:sldMkLst>
      </pc:sldChg>
      <pc:sldChg chg="addSp delSp modSp new mod modTransition setBg addAnim delAnim modAnim modNotesTx">
        <pc:chgData name="Choy, Joel J H" userId="f54a572d-70ba-4e43-8db9-c56215c610af" providerId="ADAL" clId="{B2EDDDB7-49A3-4D37-B3CC-720FCCC9D17D}" dt="2026-07-24T20:42:48.985" v="3514"/>
        <pc:sldMkLst>
          <pc:docMk/>
          <pc:sldMk cId="1980480554" sldId="265"/>
        </pc:sldMkLst>
        <pc:spChg chg="add del">
          <ac:chgData name="Choy, Joel J H" userId="f54a572d-70ba-4e43-8db9-c56215c610af" providerId="ADAL" clId="{B2EDDDB7-49A3-4D37-B3CC-720FCCC9D17D}" dt="2026-07-24T10:01:03.512" v="3101" actId="22"/>
          <ac:spMkLst>
            <pc:docMk/>
            <pc:sldMk cId="1980480554" sldId="265"/>
            <ac:spMk id="3" creationId="{DFC9F4A8-D8E6-74E6-6173-8FD3991D633A}"/>
          </ac:spMkLst>
        </pc:spChg>
        <pc:spChg chg="add del">
          <ac:chgData name="Choy, Joel J H" userId="f54a572d-70ba-4e43-8db9-c56215c610af" providerId="ADAL" clId="{B2EDDDB7-49A3-4D37-B3CC-720FCCC9D17D}" dt="2026-07-24T10:01:07.871" v="3104" actId="478"/>
          <ac:spMkLst>
            <pc:docMk/>
            <pc:sldMk cId="1980480554" sldId="265"/>
            <ac:spMk id="5" creationId="{A238ADDF-2EB5-E015-8544-243A8967A384}"/>
          </ac:spMkLst>
        </pc:spChg>
        <pc:spChg chg="add del mod">
          <ac:chgData name="Choy, Joel J H" userId="f54a572d-70ba-4e43-8db9-c56215c610af" providerId="ADAL" clId="{B2EDDDB7-49A3-4D37-B3CC-720FCCC9D17D}" dt="2026-07-24T10:01:25.082" v="3108" actId="478"/>
          <ac:spMkLst>
            <pc:docMk/>
            <pc:sldMk cId="1980480554" sldId="265"/>
            <ac:spMk id="7" creationId="{6C53A09A-D14F-43F9-F1D9-B9DE6B72C990}"/>
          </ac:spMkLst>
        </pc:spChg>
        <pc:picChg chg="add del mod">
          <ac:chgData name="Choy, Joel J H" userId="f54a572d-70ba-4e43-8db9-c56215c610af" providerId="ADAL" clId="{B2EDDDB7-49A3-4D37-B3CC-720FCCC9D17D}" dt="2026-07-24T20:03:33.168" v="3466" actId="478"/>
          <ac:picMkLst>
            <pc:docMk/>
            <pc:sldMk cId="1980480554" sldId="265"/>
            <ac:picMk id="2" creationId="{AC1466D5-65A2-348C-285F-31932036462C}"/>
          </ac:picMkLst>
        </pc:picChg>
        <pc:picChg chg="add del mod">
          <ac:chgData name="Choy, Joel J H" userId="f54a572d-70ba-4e43-8db9-c56215c610af" providerId="ADAL" clId="{B2EDDDB7-49A3-4D37-B3CC-720FCCC9D17D}" dt="2026-07-24T19:55:56.378" v="3444" actId="478"/>
          <ac:picMkLst>
            <pc:docMk/>
            <pc:sldMk cId="1980480554" sldId="265"/>
            <ac:picMk id="3" creationId="{07D5F05E-50A1-E08A-9722-B863459DE28A}"/>
          </ac:picMkLst>
        </pc:picChg>
        <pc:picChg chg="add del mod">
          <ac:chgData name="Choy, Joel J H" userId="f54a572d-70ba-4e43-8db9-c56215c610af" providerId="ADAL" clId="{B2EDDDB7-49A3-4D37-B3CC-720FCCC9D17D}" dt="2026-07-24T20:10:36.801" v="3479" actId="478"/>
          <ac:picMkLst>
            <pc:docMk/>
            <pc:sldMk cId="1980480554" sldId="265"/>
            <ac:picMk id="5" creationId="{457F824B-EE7F-A49F-1456-F239D899A366}"/>
          </ac:picMkLst>
        </pc:picChg>
        <pc:picChg chg="add mod">
          <ac:chgData name="Choy, Joel J H" userId="f54a572d-70ba-4e43-8db9-c56215c610af" providerId="ADAL" clId="{B2EDDDB7-49A3-4D37-B3CC-720FCCC9D17D}" dt="2026-07-24T10:02:31.363" v="3113" actId="14100"/>
          <ac:picMkLst>
            <pc:docMk/>
            <pc:sldMk cId="1980480554" sldId="265"/>
            <ac:picMk id="9" creationId="{C59047F2-1601-A2C9-5278-3DF3210F62CC}"/>
          </ac:picMkLst>
        </pc:picChg>
        <pc:picChg chg="add del mod">
          <ac:chgData name="Choy, Joel J H" userId="f54a572d-70ba-4e43-8db9-c56215c610af" providerId="ADAL" clId="{B2EDDDB7-49A3-4D37-B3CC-720FCCC9D17D}" dt="2026-07-24T20:27:21.710" v="3499"/>
          <ac:picMkLst>
            <pc:docMk/>
            <pc:sldMk cId="1980480554" sldId="265"/>
            <ac:picMk id="12" creationId="{146EC5A6-1945-3FC3-B220-FC14928DFC9E}"/>
          </ac:picMkLst>
        </pc:picChg>
        <pc:picChg chg="add del mod">
          <ac:chgData name="Choy, Joel J H" userId="f54a572d-70ba-4e43-8db9-c56215c610af" providerId="ADAL" clId="{B2EDDDB7-49A3-4D37-B3CC-720FCCC9D17D}" dt="2026-07-24T20:36:10.085" v="3513"/>
          <ac:picMkLst>
            <pc:docMk/>
            <pc:sldMk cId="1980480554" sldId="265"/>
            <ac:picMk id="15" creationId="{68DACCEE-C918-08B8-89CA-9C4C6320D25D}"/>
          </ac:picMkLst>
        </pc:picChg>
        <pc:picChg chg="add mod">
          <ac:chgData name="Choy, Joel J H" userId="f54a572d-70ba-4e43-8db9-c56215c610af" providerId="ADAL" clId="{B2EDDDB7-49A3-4D37-B3CC-720FCCC9D17D}" dt="2026-07-24T20:42:48.985" v="3514"/>
          <ac:picMkLst>
            <pc:docMk/>
            <pc:sldMk cId="1980480554" sldId="265"/>
            <ac:picMk id="19" creationId="{563A78D4-7388-FDA1-7A3F-C5545B1AA62D}"/>
          </ac:picMkLst>
        </pc:picChg>
      </pc:sldChg>
      <pc:sldChg chg="addSp new del mod">
        <pc:chgData name="Choy, Joel J H" userId="f54a572d-70ba-4e43-8db9-c56215c610af" providerId="ADAL" clId="{B2EDDDB7-49A3-4D37-B3CC-720FCCC9D17D}" dt="2026-07-24T19:55:10.309" v="3434" actId="47"/>
        <pc:sldMkLst>
          <pc:docMk/>
          <pc:sldMk cId="2209705319" sldId="266"/>
        </pc:sldMkLst>
        <pc:spChg chg="add">
          <ac:chgData name="Choy, Joel J H" userId="f54a572d-70ba-4e43-8db9-c56215c610af" providerId="ADAL" clId="{B2EDDDB7-49A3-4D37-B3CC-720FCCC9D17D}" dt="2026-07-24T19:53:57.543" v="3433" actId="22"/>
          <ac:spMkLst>
            <pc:docMk/>
            <pc:sldMk cId="2209705319" sldId="266"/>
            <ac:spMk id="3" creationId="{1EE16C0E-01C9-E02B-BA48-B949D635E8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effectLst/>
              </a:rPr>
              <a:t>Hello, we are Team </a:t>
            </a:r>
            <a:r>
              <a:rPr lang="en-GB" sz="1200" kern="1200" dirty="0" err="1">
                <a:effectLst/>
              </a:rPr>
              <a:t>EchoFlow</a:t>
            </a:r>
            <a:r>
              <a:rPr lang="en-GB" sz="1200" kern="1200" dirty="0">
                <a:effectLst/>
              </a:rPr>
              <a:t>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178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effectLst/>
              </a:rPr>
              <a:t>What if an abnormal flow during manual peritoneal dialysis, or PD, went unnoticed?</a:t>
            </a:r>
          </a:p>
          <a:p>
            <a:endParaRPr lang="en-GB" sz="1200" kern="1200" dirty="0">
              <a:effectLst/>
            </a:endParaRPr>
          </a:p>
          <a:p>
            <a:r>
              <a:rPr lang="en-GB" sz="1200" kern="1200" dirty="0">
                <a:effectLst/>
              </a:rPr>
              <a:t>Today, patients rely on visual observation, so flow abnormalities may go unnoticed until treatment is disrupted.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effectLst/>
              </a:rPr>
              <a:t>We chose to focus on manual PD.</a:t>
            </a:r>
          </a:p>
          <a:p>
            <a:endParaRPr lang="en-GB" sz="1200" kern="1200" dirty="0">
              <a:effectLst/>
            </a:endParaRPr>
          </a:p>
          <a:p>
            <a:r>
              <a:rPr lang="en-GB" sz="1200" kern="1200" dirty="0">
                <a:effectLst/>
              </a:rPr>
              <a:t>More than 400,000 people worldwide rely on PD, and many perform manual exchanges at home without continuous flow monitoring.</a:t>
            </a:r>
          </a:p>
          <a:p>
            <a:endParaRPr lang="en-GB" sz="1200" kern="1200" dirty="0">
              <a:effectLst/>
            </a:endParaRPr>
          </a:p>
          <a:p>
            <a:r>
              <a:rPr lang="en-GB" sz="1200" kern="1200" dirty="0">
                <a:effectLst/>
              </a:rPr>
              <a:t>Our users are home manual PD patients, supported by PD providers.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effectLst/>
              </a:rPr>
              <a:t>To address this, we’ve developed </a:t>
            </a:r>
            <a:r>
              <a:rPr lang="en-GB" sz="1200" kern="1200" dirty="0" err="1">
                <a:effectLst/>
              </a:rPr>
              <a:t>EchoFlow</a:t>
            </a:r>
            <a:r>
              <a:rPr lang="en-GB" sz="1200" kern="1200" dirty="0">
                <a:effectLst/>
              </a:rPr>
              <a:t>. </a:t>
            </a:r>
          </a:p>
          <a:p>
            <a:endParaRPr lang="en-GB" sz="1200" kern="1200" dirty="0">
              <a:effectLst/>
            </a:endParaRPr>
          </a:p>
          <a:p>
            <a:r>
              <a:rPr lang="en-GB" sz="1200" kern="1200" dirty="0" err="1">
                <a:effectLst/>
              </a:rPr>
              <a:t>EchoFlow</a:t>
            </a:r>
            <a:r>
              <a:rPr lang="en-GB" sz="1200" kern="1200" dirty="0">
                <a:effectLst/>
              </a:rPr>
              <a:t> adds a sensing layer outside the tubing.</a:t>
            </a:r>
          </a:p>
          <a:p>
            <a:endParaRPr lang="en-GB" sz="1200" kern="1200" dirty="0">
              <a:effectLst/>
            </a:endParaRPr>
          </a:p>
          <a:p>
            <a:r>
              <a:rPr lang="en-GB" sz="1200" kern="1200" dirty="0">
                <a:effectLst/>
              </a:rPr>
              <a:t>A clip-on contact sensor captures tube-wall vibration, while local AI estimates the flow state and provides feedback.</a:t>
            </a:r>
          </a:p>
          <a:p>
            <a:endParaRPr lang="en-GB" sz="1200" kern="1200" dirty="0">
              <a:effectLst/>
            </a:endParaRPr>
          </a:p>
          <a:p>
            <a:r>
              <a:rPr lang="en-GB" sz="1200" kern="1200" dirty="0">
                <a:effectLst/>
              </a:rPr>
              <a:t>The system retrofits existing manual PD equipment without modifying the sterile fluid pathway.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effectLst/>
              </a:rPr>
              <a:t>So, why </a:t>
            </a:r>
            <a:r>
              <a:rPr lang="en-GB" sz="1200" kern="1200" dirty="0" err="1">
                <a:effectLst/>
              </a:rPr>
              <a:t>EchoFlow</a:t>
            </a:r>
            <a:r>
              <a:rPr lang="en-GB" sz="1200" kern="1200" dirty="0">
                <a:effectLst/>
              </a:rPr>
              <a:t>?</a:t>
            </a:r>
          </a:p>
          <a:p>
            <a:endParaRPr lang="en-GB" sz="1200" kern="1200" dirty="0">
              <a:effectLst/>
            </a:endParaRPr>
          </a:p>
          <a:p>
            <a:r>
              <a:rPr lang="en-GB" sz="1200" kern="1200" dirty="0">
                <a:effectLst/>
              </a:rPr>
              <a:t>Existing solutions either rely on manual observation or require automated cyclers.</a:t>
            </a:r>
          </a:p>
          <a:p>
            <a:endParaRPr lang="en-GB" sz="1200" kern="1200" dirty="0">
              <a:effectLst/>
            </a:endParaRPr>
          </a:p>
          <a:p>
            <a:r>
              <a:rPr lang="en-GB" sz="1200" kern="1200" dirty="0" err="1">
                <a:effectLst/>
              </a:rPr>
              <a:t>EchoFlow</a:t>
            </a:r>
            <a:r>
              <a:rPr lang="en-GB" sz="1200" kern="1200" dirty="0">
                <a:effectLst/>
              </a:rPr>
              <a:t> provides continuous flow-state monitoring while fitting seamlessly into the existing manual PD workflow.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test feasibility, we built an end-to-end MVP.</a:t>
            </a:r>
          </a:p>
          <a:p>
            <a:endParaRPr lang="en-GB" dirty="0"/>
          </a:p>
          <a:p>
            <a:r>
              <a:rPr lang="en-GB" dirty="0"/>
              <a:t>We created a physics-informed flow model, generated synthetic acoustic signals, and trained a Random Forest classifier to distinguish different flow states.</a:t>
            </a:r>
          </a:p>
          <a:p>
            <a:endParaRPr lang="en-GB" dirty="0"/>
          </a:p>
          <a:p>
            <a:r>
              <a:rPr lang="en-GB" dirty="0"/>
              <a:t>In this example, the model identifies reduced flow with 84% confidence.</a:t>
            </a:r>
          </a:p>
          <a:p>
            <a:endParaRPr lang="en-GB" dirty="0"/>
          </a:p>
          <a:p>
            <a:r>
              <a:rPr lang="en-GB" dirty="0"/>
              <a:t>This proof of concept demonstrates the pipeline, with real tubing validation as the next milestone.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Our MVP demonstrates technical feasibility, but real-world validation is the next step.</a:t>
            </a:r>
          </a:p>
          <a:p>
            <a:endParaRPr lang="en-GB" dirty="0"/>
          </a:p>
          <a:p>
            <a:r>
              <a:rPr lang="en-GB" dirty="0"/>
              <a:t>Our roadmap includes bench testing, PD-specific validation and clinical studies.</a:t>
            </a:r>
          </a:p>
          <a:p>
            <a:endParaRPr lang="en-GB" dirty="0"/>
          </a:p>
          <a:p>
            <a:r>
              <a:rPr lang="en-GB" dirty="0"/>
              <a:t>Our goal is earlier detection, earlier action and better patient outcomes.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Our initial customers are PD providers, with dialysis-device manufacturers as future partners.</a:t>
            </a:r>
          </a:p>
          <a:p>
            <a:endParaRPr lang="en-GB" dirty="0"/>
          </a:p>
          <a:p>
            <a:r>
              <a:rPr lang="en-GB" dirty="0"/>
              <a:t>Over the next 12 months, we’ll refine the hardware, validate it with real tubing recordings and prepare for clinical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Finally, we’re a multidisciplinary team combining engineering, design, health sciences and entrepreneurship.</a:t>
            </a:r>
          </a:p>
          <a:p>
            <a:endParaRPr lang="en-GB" dirty="0"/>
          </a:p>
          <a:p>
            <a:r>
              <a:rPr lang="en-GB" dirty="0"/>
              <a:t>Together, we’re building the evidence to bring </a:t>
            </a:r>
            <a:r>
              <a:rPr lang="en-GB" dirty="0" err="1"/>
              <a:t>EchoFlow</a:t>
            </a:r>
            <a:r>
              <a:rPr lang="en-GB" dirty="0"/>
              <a:t> into clinical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concludes our presentation. Thank you.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960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ar.inspiredpencil.com/pictures-2023/peritoneal-dialysis-kidney-care-uk" TargetMode="External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jpeg"/><Relationship Id="rId12" Type="http://schemas.openxmlformats.org/officeDocument/2006/relationships/image" Target="../media/image2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hyperlink" Target="https://pmc.ncbi.nlm.nih.gov/articles/PMC11168815/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www.nejm.org/doi/full/10.1056/NEJMra2100152" TargetMode="External"/><Relationship Id="rId10" Type="http://schemas.openxmlformats.org/officeDocument/2006/relationships/hyperlink" Target="https://www.marketresearchfuture.com/reports/kidney-dialysis-equipment-market/companies" TargetMode="External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gif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8.gif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CC563-1E5F-C805-ACB6-8C32734FC257}"/>
              </a:ext>
            </a:extLst>
          </p:cNvPr>
          <p:cNvSpPr txBox="1"/>
          <p:nvPr/>
        </p:nvSpPr>
        <p:spPr>
          <a:xfrm>
            <a:off x="1527424" y="2650733"/>
            <a:ext cx="8736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4">
                    <a:lumMod val="75000"/>
                  </a:schemeClr>
                </a:solidFill>
                <a:latin typeface="Broadway" panose="04040905080B02020502" pitchFamily="82" charset="0"/>
              </a:rPr>
              <a:t>Passive listening. Earlier warning.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A073F-DC97-5409-5960-E1942BB697D2}"/>
              </a:ext>
            </a:extLst>
          </p:cNvPr>
          <p:cNvSpPr txBox="1"/>
          <p:nvPr/>
        </p:nvSpPr>
        <p:spPr>
          <a:xfrm>
            <a:off x="7387119" y="6226140"/>
            <a:ext cx="31207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accent4">
                    <a:lumMod val="75000"/>
                  </a:schemeClr>
                </a:solidFill>
                <a:latin typeface="Broadway" panose="04040905080B02020502" pitchFamily="82" charset="0"/>
              </a:rPr>
              <a:t>Safer dialysis</a:t>
            </a:r>
            <a:endParaRPr lang="en-GB" sz="3200" dirty="0"/>
          </a:p>
        </p:txBody>
      </p:sp>
      <p:pic>
        <p:nvPicPr>
          <p:cNvPr id="38" name="Audio 37">
            <a:hlinkClick r:id="" action="ppaction://media"/>
            <a:extLst>
              <a:ext uri="{FF2B5EF4-FFF2-40B4-BE49-F238E27FC236}">
                <a16:creationId xmlns:a16="http://schemas.microsoft.com/office/drawing/2014/main" id="{F95E20B7-F901-5C3F-4A15-5694E9567F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30959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37"/>
    </mc:Choice>
    <mc:Fallback>
      <p:transition spd="slow" advTm="33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5C18A52-B690-4BCA-A26D-F19147C46E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100" cy="771525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B356A1-4E3F-47A0-AD73-7C1B2E0F6253}"/>
              </a:ext>
            </a:extLst>
          </p:cNvPr>
          <p:cNvSpPr>
            <a:spLocks noGrp="1"/>
          </p:cNvSpPr>
          <p:nvPr/>
        </p:nvSpPr>
        <p:spPr>
          <a:xfrm>
            <a:off x="0" y="7677150"/>
            <a:ext cx="11582400" cy="3810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915EF1-1D0C-4C24-A8CF-ED1456D934C2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6D7CA"/>
                </a:solidFill>
              </a:defRPr>
            </a:pPr>
            <a:r>
              <a:rPr sz="980" b="1" dirty="0">
                <a:solidFill>
                  <a:srgbClr val="46D7CA"/>
                </a:solidFill>
              </a:rPr>
              <a:t>01  —  THE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79BF16-09BA-447E-9803-DC708C07E2F5}"/>
              </a:ext>
            </a:extLst>
          </p:cNvPr>
          <p:cNvSpPr>
            <a:spLocks noGrp="1"/>
          </p:cNvSpPr>
          <p:nvPr/>
        </p:nvSpPr>
        <p:spPr>
          <a:xfrm>
            <a:off x="8858250" y="73342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8BB2B7"/>
                </a:solidFill>
              </a:defRPr>
            </a:pPr>
            <a:r>
              <a:rPr sz="825" b="0">
                <a:solidFill>
                  <a:srgbClr val="8BB2B7"/>
                </a:solidFill>
              </a:rPr>
              <a:t>ECHOFLOW AI    01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08163E-46F4-467D-ABC4-AA1AF3351EB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75" b="1">
                <a:solidFill>
                  <a:srgbClr val="F4F8F8"/>
                </a:solidFill>
              </a:defRPr>
            </a:pPr>
            <a:r>
              <a:rPr lang="en-GB" sz="3375" b="1" dirty="0">
                <a:solidFill>
                  <a:srgbClr val="F4F8F8"/>
                </a:solidFill>
              </a:rPr>
              <a:t>EXISTING </a:t>
            </a:r>
            <a:r>
              <a:rPr sz="3375" b="1" dirty="0">
                <a:solidFill>
                  <a:srgbClr val="F4F8F8"/>
                </a:solidFill>
              </a:rPr>
              <a:t>MANUAL P</a:t>
            </a:r>
            <a:r>
              <a:rPr lang="en-GB" sz="3375" b="1" dirty="0">
                <a:solidFill>
                  <a:srgbClr val="F4F8F8"/>
                </a:solidFill>
              </a:rPr>
              <a:t>ERITONEAL DIALYSIS (PD) </a:t>
            </a:r>
            <a:r>
              <a:rPr sz="3375" b="1" dirty="0">
                <a:solidFill>
                  <a:srgbClr val="F4F8F8"/>
                </a:solidFill>
              </a:rPr>
              <a:t>HAS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DB772-89F1-4B2A-B460-26C48633F3D4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0715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FF5B4D"/>
                </a:solidFill>
              </a:defRPr>
            </a:pPr>
            <a:r>
              <a:rPr sz="3900" b="1" dirty="0">
                <a:solidFill>
                  <a:srgbClr val="FF5B4D"/>
                </a:solidFill>
              </a:rPr>
              <a:t>FLOW-FEEDBACK GAP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48A559-ECA3-4018-B1A3-F2879803184F}"/>
              </a:ext>
            </a:extLst>
          </p:cNvPr>
          <p:cNvSpPr>
            <a:spLocks noGrp="1"/>
          </p:cNvSpPr>
          <p:nvPr/>
        </p:nvSpPr>
        <p:spPr>
          <a:xfrm>
            <a:off x="419100" y="1752600"/>
            <a:ext cx="981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8BB2B7"/>
                </a:solidFill>
              </a:defRPr>
            </a:pPr>
            <a:r>
              <a:rPr lang="en-GB" sz="2000" b="0" dirty="0">
                <a:solidFill>
                  <a:srgbClr val="8BB2B7"/>
                </a:solidFill>
              </a:rPr>
              <a:t>Without continuous flow feedback, complications may go </a:t>
            </a:r>
            <a:r>
              <a:rPr lang="en-GB" sz="2000" dirty="0">
                <a:solidFill>
                  <a:srgbClr val="8BB2B7"/>
                </a:solidFill>
              </a:rPr>
              <a:t>unnoticed until treatment is disrupted</a:t>
            </a:r>
            <a:r>
              <a:rPr sz="1650" b="0" dirty="0">
                <a:solidFill>
                  <a:srgbClr val="8BB2B7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1FE867-F0F9-4601-B23F-C780208E42A9}"/>
              </a:ext>
            </a:extLst>
          </p:cNvPr>
          <p:cNvSpPr>
            <a:spLocks noGrp="1"/>
          </p:cNvSpPr>
          <p:nvPr/>
        </p:nvSpPr>
        <p:spPr>
          <a:xfrm>
            <a:off x="1809750" y="3314700"/>
            <a:ext cx="7334250" cy="47625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32CCC4-9E4C-4398-B0A1-FA2A78AC094F}"/>
              </a:ext>
            </a:extLst>
          </p:cNvPr>
          <p:cNvSpPr>
            <a:spLocks noGrp="1"/>
          </p:cNvSpPr>
          <p:nvPr/>
        </p:nvSpPr>
        <p:spPr>
          <a:xfrm>
            <a:off x="904875" y="2933700"/>
            <a:ext cx="819150" cy="819150"/>
          </a:xfrm>
          <a:prstGeom prst="ellipse">
            <a:avLst/>
          </a:prstGeom>
          <a:solidFill>
            <a:srgbClr val="46D7CA"/>
          </a:solidFill>
          <a:ln w="9525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228B8-F2B5-4F22-ACB2-036DED4C3EC3}"/>
              </a:ext>
            </a:extLst>
          </p:cNvPr>
          <p:cNvSpPr>
            <a:spLocks noGrp="1"/>
          </p:cNvSpPr>
          <p:nvPr/>
        </p:nvSpPr>
        <p:spPr>
          <a:xfrm>
            <a:off x="904875" y="293370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061D25"/>
                </a:solidFill>
              </a:defRPr>
            </a:pPr>
            <a:r>
              <a:rPr sz="2325" b="1">
                <a:solidFill>
                  <a:srgbClr val="061D25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12D8B3-409F-472C-8EDE-BD00864F9210}"/>
              </a:ext>
            </a:extLst>
          </p:cNvPr>
          <p:cNvSpPr>
            <a:spLocks noGrp="1"/>
          </p:cNvSpPr>
          <p:nvPr/>
        </p:nvSpPr>
        <p:spPr>
          <a:xfrm>
            <a:off x="38100" y="39909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4F8F8"/>
                </a:solidFill>
              </a:defRPr>
            </a:pPr>
            <a:r>
              <a:rPr lang="en-GB" sz="2000" b="1" dirty="0">
                <a:solidFill>
                  <a:srgbClr val="F4F8F8"/>
                </a:solidFill>
              </a:rPr>
              <a:t>Undetected Flow Abnormalities</a:t>
            </a:r>
            <a:endParaRPr sz="2000" b="1" dirty="0">
              <a:solidFill>
                <a:srgbClr val="F4F8F8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46410F-55AA-4E78-95A8-FDE901AD3FA9}"/>
              </a:ext>
            </a:extLst>
          </p:cNvPr>
          <p:cNvSpPr>
            <a:spLocks noGrp="1"/>
          </p:cNvSpPr>
          <p:nvPr/>
        </p:nvSpPr>
        <p:spPr>
          <a:xfrm>
            <a:off x="228600" y="45720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8BB2B7"/>
                </a:solidFill>
              </a:defRPr>
            </a:pPr>
            <a:r>
              <a:rPr lang="en-GB" sz="1600" b="0" dirty="0">
                <a:solidFill>
                  <a:srgbClr val="8BB2B7"/>
                </a:solidFill>
              </a:rPr>
              <a:t>Partial restrictions or near-stopped flow may go </a:t>
            </a:r>
            <a:r>
              <a:rPr lang="en-GB" sz="1600" dirty="0">
                <a:solidFill>
                  <a:srgbClr val="8BB2B7"/>
                </a:solidFill>
              </a:rPr>
              <a:t>unnoticed</a:t>
            </a:r>
            <a:endParaRPr sz="1600" b="0" dirty="0">
              <a:solidFill>
                <a:srgbClr val="8BB2B7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20F2B7-B213-407F-9CDF-C461E55DF849}"/>
              </a:ext>
            </a:extLst>
          </p:cNvPr>
          <p:cNvSpPr>
            <a:spLocks noGrp="1"/>
          </p:cNvSpPr>
          <p:nvPr/>
        </p:nvSpPr>
        <p:spPr>
          <a:xfrm>
            <a:off x="4095750" y="2933700"/>
            <a:ext cx="819150" cy="819150"/>
          </a:xfrm>
          <a:prstGeom prst="ellipse">
            <a:avLst/>
          </a:prstGeom>
          <a:solidFill>
            <a:srgbClr val="FFB000"/>
          </a:solidFill>
          <a:ln w="9525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1F403D-D1C8-41C9-80A0-32E034C79517}"/>
              </a:ext>
            </a:extLst>
          </p:cNvPr>
          <p:cNvSpPr>
            <a:spLocks noGrp="1"/>
          </p:cNvSpPr>
          <p:nvPr/>
        </p:nvSpPr>
        <p:spPr>
          <a:xfrm>
            <a:off x="4095750" y="293370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061D25"/>
                </a:solidFill>
              </a:defRPr>
            </a:pPr>
            <a:r>
              <a:rPr sz="2325" b="1">
                <a:solidFill>
                  <a:srgbClr val="061D25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B26415-91CF-40EE-99BC-44F370FC9552}"/>
              </a:ext>
            </a:extLst>
          </p:cNvPr>
          <p:cNvSpPr>
            <a:spLocks noGrp="1"/>
          </p:cNvSpPr>
          <p:nvPr/>
        </p:nvSpPr>
        <p:spPr>
          <a:xfrm>
            <a:off x="3571875" y="40005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4F8F8"/>
                </a:solidFill>
              </a:defRPr>
            </a:pPr>
            <a:r>
              <a:rPr sz="2000" b="1" dirty="0">
                <a:solidFill>
                  <a:srgbClr val="F4F8F8"/>
                </a:solidFill>
              </a:rPr>
              <a:t>No </a:t>
            </a:r>
            <a:r>
              <a:rPr lang="en-GB" sz="2000" b="1" dirty="0">
                <a:solidFill>
                  <a:srgbClr val="F4F8F8"/>
                </a:solidFill>
              </a:rPr>
              <a:t>real-time monitoring</a:t>
            </a:r>
            <a:endParaRPr sz="2000" b="1" dirty="0">
              <a:solidFill>
                <a:srgbClr val="F4F8F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86F0EF-9219-44BB-80A0-FD9817C26668}"/>
              </a:ext>
            </a:extLst>
          </p:cNvPr>
          <p:cNvSpPr>
            <a:spLocks noGrp="1"/>
          </p:cNvSpPr>
          <p:nvPr/>
        </p:nvSpPr>
        <p:spPr>
          <a:xfrm>
            <a:off x="3667125" y="44577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8BB2B7"/>
                </a:solidFill>
              </a:defRPr>
            </a:pPr>
            <a:r>
              <a:rPr sz="1600" b="0" dirty="0">
                <a:solidFill>
                  <a:srgbClr val="8BB2B7"/>
                </a:solidFill>
              </a:rPr>
              <a:t>The patient relies on visual </a:t>
            </a:r>
            <a:r>
              <a:rPr lang="en-GB" sz="1600" b="0" dirty="0">
                <a:solidFill>
                  <a:srgbClr val="8BB2B7"/>
                </a:solidFill>
              </a:rPr>
              <a:t>observations</a:t>
            </a:r>
            <a:r>
              <a:rPr sz="1600" b="0" dirty="0">
                <a:solidFill>
                  <a:srgbClr val="8BB2B7"/>
                </a:solidFill>
              </a:rPr>
              <a:t> </a:t>
            </a:r>
            <a:r>
              <a:rPr lang="en-GB" sz="1600" b="0" dirty="0">
                <a:solidFill>
                  <a:srgbClr val="8BB2B7"/>
                </a:solidFill>
              </a:rPr>
              <a:t>rather than continuous flow feedba</a:t>
            </a:r>
            <a:r>
              <a:rPr lang="en-GB" sz="1600" dirty="0">
                <a:solidFill>
                  <a:srgbClr val="8BB2B7"/>
                </a:solidFill>
              </a:rPr>
              <a:t>ck</a:t>
            </a:r>
            <a:endParaRPr sz="1600" b="0" dirty="0">
              <a:solidFill>
                <a:srgbClr val="8BB2B7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C953F7-E2FD-4C0C-88ED-9C69E8DFF367}"/>
              </a:ext>
            </a:extLst>
          </p:cNvPr>
          <p:cNvSpPr>
            <a:spLocks noGrp="1"/>
          </p:cNvSpPr>
          <p:nvPr/>
        </p:nvSpPr>
        <p:spPr>
          <a:xfrm>
            <a:off x="7286625" y="2933700"/>
            <a:ext cx="819150" cy="819150"/>
          </a:xfrm>
          <a:prstGeom prst="ellipse">
            <a:avLst/>
          </a:prstGeom>
          <a:solidFill>
            <a:srgbClr val="FF5B4D"/>
          </a:solidFill>
          <a:ln w="9525">
            <a:solidFill>
              <a:srgbClr val="FF5B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8BCB2A-C427-4E14-9A63-5C94673C09C3}"/>
              </a:ext>
            </a:extLst>
          </p:cNvPr>
          <p:cNvSpPr>
            <a:spLocks noGrp="1"/>
          </p:cNvSpPr>
          <p:nvPr/>
        </p:nvSpPr>
        <p:spPr>
          <a:xfrm>
            <a:off x="7286625" y="293370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061D25"/>
                </a:solidFill>
              </a:defRPr>
            </a:pPr>
            <a:r>
              <a:rPr sz="2325" b="1">
                <a:solidFill>
                  <a:srgbClr val="061D25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CD09F5-8342-4906-B7C9-9BC7AF6E66F3}"/>
              </a:ext>
            </a:extLst>
          </p:cNvPr>
          <p:cNvSpPr>
            <a:spLocks noGrp="1"/>
          </p:cNvSpPr>
          <p:nvPr/>
        </p:nvSpPr>
        <p:spPr>
          <a:xfrm>
            <a:off x="6762750" y="40005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4F8F8"/>
                </a:solidFill>
              </a:defRPr>
            </a:pPr>
            <a:r>
              <a:rPr sz="2000" b="1" dirty="0">
                <a:solidFill>
                  <a:srgbClr val="F4F8F8"/>
                </a:solidFill>
              </a:rPr>
              <a:t>Care becomes reactive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9445F-CAC8-495A-B817-D27794B10F0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8BB2B7"/>
                </a:solidFill>
              </a:defRPr>
            </a:pPr>
            <a:r>
              <a:rPr sz="1600" b="0" dirty="0">
                <a:solidFill>
                  <a:srgbClr val="8BB2B7"/>
                </a:solidFill>
              </a:rPr>
              <a:t>Action may begin only after the exchange is disrupted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5E5F1D-CEC5-4B70-9174-A4D18E50064B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172700" cy="914400"/>
          </a:xfrm>
          <a:prstGeom prst="roundRect">
            <a:avLst>
              <a:gd name="adj" fmla="val 8333"/>
            </a:avLst>
          </a:prstGeom>
          <a:solidFill>
            <a:srgbClr val="103842"/>
          </a:solidFill>
          <a:ln w="9525">
            <a:solidFill>
              <a:srgbClr val="FF5B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D4F890-15E0-4B73-A403-8E891B3169FD}"/>
              </a:ext>
            </a:extLst>
          </p:cNvPr>
          <p:cNvSpPr>
            <a:spLocks noGrp="1"/>
          </p:cNvSpPr>
          <p:nvPr/>
        </p:nvSpPr>
        <p:spPr>
          <a:xfrm>
            <a:off x="895350" y="59531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F5B4D"/>
                </a:solidFill>
              </a:defRPr>
            </a:pPr>
            <a:r>
              <a:rPr sz="1050" b="1">
                <a:solidFill>
                  <a:srgbClr val="FF5B4D"/>
                </a:solidFill>
              </a:rPr>
              <a:t>THE CHALLENGE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CA757C-5BE6-4F58-9D22-857E60FAE973}"/>
              </a:ext>
            </a:extLst>
          </p:cNvPr>
          <p:cNvSpPr>
            <a:spLocks noGrp="1"/>
          </p:cNvSpPr>
          <p:nvPr/>
        </p:nvSpPr>
        <p:spPr>
          <a:xfrm>
            <a:off x="895350" y="6191250"/>
            <a:ext cx="966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4F8F8"/>
                </a:solidFill>
              </a:defRPr>
            </a:pPr>
            <a:r>
              <a:rPr sz="1950" b="1">
                <a:solidFill>
                  <a:srgbClr val="F4F8F8"/>
                </a:solidFill>
              </a:rPr>
              <a:t>Can a non-invasive external sensor provide useful flow-state feedback during manual PD?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B8DC47-35FB-4ECE-8171-1A0C3D6063B9}"/>
              </a:ext>
            </a:extLst>
          </p:cNvPr>
          <p:cNvSpPr>
            <a:spLocks noGrp="1"/>
          </p:cNvSpPr>
          <p:nvPr/>
        </p:nvSpPr>
        <p:spPr>
          <a:xfrm>
            <a:off x="685800" y="6877050"/>
            <a:ext cx="10172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BB2B7"/>
                </a:solidFill>
              </a:defRPr>
            </a:pPr>
            <a:r>
              <a:rPr sz="1125" b="0">
                <a:solidFill>
                  <a:srgbClr val="8BB2B7"/>
                </a:solidFill>
              </a:rPr>
              <a:t>Scope: flow-state monitoring concept, not catheter-obstruction diagnosis or dialysis-adequacy assessment.</a:t>
            </a:r>
          </a:p>
        </p:txBody>
      </p:sp>
      <p:pic>
        <p:nvPicPr>
          <p:cNvPr id="65" name="Audio 64">
            <a:hlinkClick r:id="" action="ppaction://media"/>
            <a:extLst>
              <a:ext uri="{FF2B5EF4-FFF2-40B4-BE49-F238E27FC236}">
                <a16:creationId xmlns:a16="http://schemas.microsoft.com/office/drawing/2014/main" id="{DAC9435A-EE2B-5C3C-962D-50CD0832B9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76047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842"/>
    </mc:Choice>
    <mc:Fallback>
      <p:transition spd="slow" advTm="168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34E26C1-CFB3-4480-8BBD-DA056C40E8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100" cy="771525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AA6F01-DB9D-4718-9F3F-59A15E10342E}"/>
              </a:ext>
            </a:extLst>
          </p:cNvPr>
          <p:cNvSpPr>
            <a:spLocks noGrp="1"/>
          </p:cNvSpPr>
          <p:nvPr/>
        </p:nvSpPr>
        <p:spPr>
          <a:xfrm>
            <a:off x="0" y="7677150"/>
            <a:ext cx="11582400" cy="3810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0F057E-2CB7-4933-87A5-976E179673B4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6D7CA"/>
                </a:solidFill>
              </a:defRPr>
            </a:pPr>
            <a:r>
              <a:rPr sz="975" b="1">
                <a:solidFill>
                  <a:srgbClr val="46D7CA"/>
                </a:solidFill>
              </a:rPr>
              <a:t>02  —  OPPORTUNITY &amp; USERS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C9494-8DC2-4999-B511-A519488E6DE7}"/>
              </a:ext>
            </a:extLst>
          </p:cNvPr>
          <p:cNvSpPr>
            <a:spLocks noGrp="1"/>
          </p:cNvSpPr>
          <p:nvPr/>
        </p:nvSpPr>
        <p:spPr>
          <a:xfrm>
            <a:off x="8858250" y="73342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8BB2B7"/>
                </a:solidFill>
              </a:defRPr>
            </a:pPr>
            <a:r>
              <a:rPr sz="825" b="0">
                <a:solidFill>
                  <a:srgbClr val="8BB2B7"/>
                </a:solidFill>
              </a:rPr>
              <a:t>ECHOFLOW AI    02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553689-525E-4A30-960F-19808012857E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715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F4F8F8"/>
                </a:solidFill>
              </a:defRPr>
            </a:pPr>
            <a:r>
              <a:rPr lang="en-GB" sz="3300" b="1" dirty="0">
                <a:solidFill>
                  <a:srgbClr val="F4F8F8"/>
                </a:solidFill>
              </a:rPr>
              <a:t>FOCUSED ON MANUAL PERITONEAL DIALYSIS</a:t>
            </a:r>
            <a:endParaRPr sz="3300" b="1" dirty="0">
              <a:solidFill>
                <a:srgbClr val="F4F8F8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06D35-83AD-4161-BEDF-AEBA462B004D}"/>
              </a:ext>
            </a:extLst>
          </p:cNvPr>
          <p:cNvSpPr>
            <a:spLocks noGrp="1"/>
          </p:cNvSpPr>
          <p:nvPr/>
        </p:nvSpPr>
        <p:spPr>
          <a:xfrm>
            <a:off x="419100" y="11811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8BB2B7"/>
                </a:solidFill>
              </a:defRPr>
            </a:pPr>
            <a:r>
              <a:rPr lang="en-GB" sz="2000" dirty="0">
                <a:solidFill>
                  <a:srgbClr val="8BB2B7"/>
                </a:solidFill>
              </a:rPr>
              <a:t>Helping home PD patients and clinicians detect flow abnormalities earlier.</a:t>
            </a:r>
            <a:endParaRPr sz="1500" b="0" dirty="0">
              <a:solidFill>
                <a:srgbClr val="8BB2B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9D173-D4D1-4EA5-BB91-AF0F4FE855E1}"/>
              </a:ext>
            </a:extLst>
          </p:cNvPr>
          <p:cNvSpPr>
            <a:spLocks noGrp="1"/>
          </p:cNvSpPr>
          <p:nvPr/>
        </p:nvSpPr>
        <p:spPr>
          <a:xfrm>
            <a:off x="657225" y="1666872"/>
            <a:ext cx="304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350" b="1">
                <a:solidFill>
                  <a:srgbClr val="FF5B4D"/>
                </a:solidFill>
              </a:defRPr>
            </a:pPr>
            <a:r>
              <a:rPr lang="en-GB" sz="4350" b="1" dirty="0">
                <a:solidFill>
                  <a:srgbClr val="FF5B4D"/>
                </a:solidFill>
              </a:rPr>
              <a:t>400,000+</a:t>
            </a:r>
            <a:endParaRPr sz="4350" b="1" dirty="0">
              <a:solidFill>
                <a:srgbClr val="FF5B4D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2381C4-68FB-4690-8B72-4A2A763F95DD}"/>
              </a:ext>
            </a:extLst>
          </p:cNvPr>
          <p:cNvSpPr>
            <a:spLocks noGrp="1"/>
          </p:cNvSpPr>
          <p:nvPr/>
        </p:nvSpPr>
        <p:spPr>
          <a:xfrm>
            <a:off x="251931" y="2714624"/>
            <a:ext cx="4000500" cy="26765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lang="en-GB" b="1" dirty="0">
                <a:solidFill>
                  <a:srgbClr val="F4F8F8"/>
                </a:solidFill>
              </a:rPr>
              <a:t>People worldwide rely on peritoneal dialysis. </a:t>
            </a:r>
          </a:p>
          <a:p>
            <a:pPr algn="ctr">
              <a:defRPr sz="1500" b="1">
                <a:solidFill>
                  <a:srgbClr val="F4F8F8"/>
                </a:solidFill>
              </a:defRPr>
            </a:pPr>
            <a:endParaRPr lang="en-GB" b="1" dirty="0">
              <a:solidFill>
                <a:srgbClr val="F4F8F8"/>
              </a:solidFill>
            </a:endParaRPr>
          </a:p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lang="en-GB" b="1" dirty="0">
                <a:solidFill>
                  <a:srgbClr val="F4F8F8"/>
                </a:solidFill>
              </a:rPr>
              <a:t>Many of whom perform manual exchanges at home without continuous flow monitoring.</a:t>
            </a:r>
            <a:r>
              <a:rPr lang="en-GB" b="1" baseline="30000" dirty="0">
                <a:solidFill>
                  <a:srgbClr val="F4F8F8"/>
                </a:solidFill>
              </a:rPr>
              <a:t>1</a:t>
            </a:r>
          </a:p>
          <a:p>
            <a:pPr algn="ctr">
              <a:defRPr sz="1500" b="1">
                <a:solidFill>
                  <a:srgbClr val="F4F8F8"/>
                </a:solidFill>
              </a:defRPr>
            </a:pPr>
            <a:endParaRPr lang="en-GB" b="1" baseline="30000" dirty="0">
              <a:solidFill>
                <a:srgbClr val="F4F8F8"/>
              </a:solidFill>
            </a:endParaRPr>
          </a:p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lang="en-GB" b="1" baseline="30000" dirty="0">
                <a:solidFill>
                  <a:srgbClr val="F4F8F8"/>
                </a:solidFill>
              </a:rPr>
              <a:t> </a:t>
            </a:r>
            <a:r>
              <a:rPr lang="en-GB" sz="4350" b="1" dirty="0">
                <a:solidFill>
                  <a:srgbClr val="FF0000"/>
                </a:solidFill>
              </a:rPr>
              <a:t>UP TO 11.2%</a:t>
            </a:r>
            <a:br>
              <a:rPr lang="en-GB" sz="1500" b="1" dirty="0"/>
            </a:br>
            <a:r>
              <a:rPr lang="en-GB" sz="1500" b="1" dirty="0"/>
              <a:t>experience PD catheter-related flow problems.</a:t>
            </a:r>
            <a:r>
              <a:rPr lang="en-GB" sz="1500" b="1" baseline="30000" dirty="0"/>
              <a:t>2</a:t>
            </a:r>
            <a:endParaRPr lang="en-GB" b="1" baseline="30000" dirty="0">
              <a:solidFill>
                <a:srgbClr val="F4F8F8"/>
              </a:solidFill>
            </a:endParaRPr>
          </a:p>
          <a:p>
            <a:pPr algn="ctr">
              <a:defRPr sz="1500" b="1">
                <a:solidFill>
                  <a:srgbClr val="F4F8F8"/>
                </a:solidFill>
              </a:defRPr>
            </a:pPr>
            <a:endParaRPr lang="en-GB" b="1" baseline="30000" dirty="0">
              <a:solidFill>
                <a:srgbClr val="F4F8F8"/>
              </a:solidFill>
            </a:endParaRPr>
          </a:p>
          <a:p>
            <a:pPr marL="228600" indent="-228600" algn="ctr">
              <a:buAutoNum type="arabicPeriod"/>
              <a:defRPr sz="1500" b="1">
                <a:solidFill>
                  <a:srgbClr val="F4F8F8"/>
                </a:solidFill>
              </a:defRPr>
            </a:pPr>
            <a:r>
              <a:rPr lang="en-GB" sz="1050" b="1" dirty="0">
                <a:hlinkClick r:id="rId5"/>
              </a:rPr>
              <a:t>New England Journal of Medicine review on peritoneal dialysis</a:t>
            </a:r>
            <a:r>
              <a:rPr lang="en-GB" sz="1050" b="1" dirty="0"/>
              <a:t>.</a:t>
            </a:r>
          </a:p>
          <a:p>
            <a:pPr marL="228600" indent="-228600" algn="ctr">
              <a:buAutoNum type="arabicPeriod"/>
              <a:defRPr sz="1500" b="1">
                <a:solidFill>
                  <a:srgbClr val="F4F8F8"/>
                </a:solidFill>
              </a:defRPr>
            </a:pPr>
            <a:endParaRPr lang="en-GB" sz="1050" b="1" dirty="0"/>
          </a:p>
          <a:p>
            <a:pPr>
              <a:defRPr sz="1500" b="1">
                <a:solidFill>
                  <a:srgbClr val="F4F8F8"/>
                </a:solidFill>
              </a:defRPr>
            </a:pPr>
            <a:r>
              <a:rPr lang="en-GB" sz="1400" b="1" baseline="30000" dirty="0">
                <a:solidFill>
                  <a:srgbClr val="F4F8F8"/>
                </a:solidFill>
                <a:hlinkClick r:id="rId6"/>
              </a:rPr>
              <a:t>,</a:t>
            </a:r>
          </a:p>
          <a:p>
            <a:pPr>
              <a:defRPr sz="1500" b="1">
                <a:solidFill>
                  <a:srgbClr val="F4F8F8"/>
                </a:solidFill>
              </a:defRPr>
            </a:pPr>
            <a:r>
              <a:rPr lang="en-GB" sz="1400" b="1" baseline="30000" dirty="0">
                <a:solidFill>
                  <a:srgbClr val="F4F8F8"/>
                </a:solidFill>
              </a:rPr>
              <a:t> 2.  </a:t>
            </a:r>
            <a:r>
              <a:rPr lang="en-GB" sz="1400" b="1" baseline="30000" dirty="0">
                <a:solidFill>
                  <a:srgbClr val="F4F8F8"/>
                </a:solidFill>
                <a:hlinkClick r:id="rId6"/>
              </a:rPr>
              <a:t>https://pmc.ncbi.nlm.nih.gov/articles/PMC11168815/</a:t>
            </a:r>
            <a:r>
              <a:rPr lang="en-GB" sz="1400" b="1" baseline="30000" dirty="0">
                <a:solidFill>
                  <a:srgbClr val="F4F8F8"/>
                </a:solidFill>
              </a:rPr>
              <a:t>  </a:t>
            </a:r>
          </a:p>
          <a:p>
            <a:pPr>
              <a:defRPr sz="1500" b="1">
                <a:solidFill>
                  <a:srgbClr val="F4F8F8"/>
                </a:solidFill>
              </a:defRPr>
            </a:pPr>
            <a:r>
              <a:rPr lang="en-GB" sz="1400" b="1" baseline="30000" dirty="0">
                <a:solidFill>
                  <a:srgbClr val="F4F8F8"/>
                </a:solidFill>
              </a:rPr>
              <a:t>(2024 review of PD mechanical complications)</a:t>
            </a:r>
          </a:p>
          <a:p>
            <a:pPr marL="228600" indent="-228600" algn="ctr">
              <a:buAutoNum type="arabicPeriod"/>
              <a:defRPr sz="1500" b="1">
                <a:solidFill>
                  <a:srgbClr val="F4F8F8"/>
                </a:solidFill>
              </a:defRPr>
            </a:pPr>
            <a:endParaRPr lang="en-GB" sz="1050" b="1" baseline="30000" dirty="0">
              <a:solidFill>
                <a:srgbClr val="F4F8F8"/>
              </a:solidFill>
            </a:endParaRPr>
          </a:p>
          <a:p>
            <a:pPr marL="228600" indent="-228600" algn="ctr">
              <a:buAutoNum type="arabicPeriod"/>
              <a:defRPr sz="1500" b="1">
                <a:solidFill>
                  <a:srgbClr val="F4F8F8"/>
                </a:solidFill>
              </a:defRPr>
            </a:pPr>
            <a:endParaRPr lang="en-GB" sz="1050" b="1" baseline="30000" dirty="0">
              <a:solidFill>
                <a:srgbClr val="F4F8F8"/>
              </a:solidFill>
            </a:endParaRPr>
          </a:p>
          <a:p>
            <a:pPr algn="ctr">
              <a:defRPr sz="1500" b="1">
                <a:solidFill>
                  <a:srgbClr val="F4F8F8"/>
                </a:solidFill>
              </a:defRPr>
            </a:pPr>
            <a:endParaRPr lang="en-GB" b="1" baseline="30000" dirty="0">
              <a:solidFill>
                <a:srgbClr val="F4F8F8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0D549-07AD-4039-B37B-B5798008AC75}"/>
              </a:ext>
            </a:extLst>
          </p:cNvPr>
          <p:cNvSpPr>
            <a:spLocks noGrp="1"/>
          </p:cNvSpPr>
          <p:nvPr/>
        </p:nvSpPr>
        <p:spPr>
          <a:xfrm>
            <a:off x="4162425" y="1904998"/>
            <a:ext cx="19050" cy="3429000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3B2F91-8F8C-49AB-9DC3-0FA28B7D8147}"/>
              </a:ext>
            </a:extLst>
          </p:cNvPr>
          <p:cNvSpPr>
            <a:spLocks noGrp="1"/>
          </p:cNvSpPr>
          <p:nvPr/>
        </p:nvSpPr>
        <p:spPr>
          <a:xfrm>
            <a:off x="4924425" y="2524125"/>
            <a:ext cx="838200" cy="838200"/>
          </a:xfrm>
          <a:prstGeom prst="ellipse">
            <a:avLst/>
          </a:prstGeom>
          <a:solidFill>
            <a:srgbClr val="46D7CA"/>
          </a:solidFill>
          <a:ln w="9525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E0CE3C-F55E-478D-AEC5-7DCD6A4E0D13}"/>
              </a:ext>
            </a:extLst>
          </p:cNvPr>
          <p:cNvSpPr>
            <a:spLocks noGrp="1"/>
          </p:cNvSpPr>
          <p:nvPr/>
        </p:nvSpPr>
        <p:spPr>
          <a:xfrm>
            <a:off x="4924425" y="2524125"/>
            <a:ext cx="838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61D25"/>
                </a:solidFill>
              </a:defRPr>
            </a:pPr>
            <a:r>
              <a:rPr sz="2100" b="1" dirty="0">
                <a:solidFill>
                  <a:srgbClr val="061D25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EB61AE-9D10-45D2-A7FD-D336F610A97D}"/>
              </a:ext>
            </a:extLst>
          </p:cNvPr>
          <p:cNvSpPr>
            <a:spLocks noGrp="1"/>
          </p:cNvSpPr>
          <p:nvPr/>
        </p:nvSpPr>
        <p:spPr>
          <a:xfrm>
            <a:off x="4333875" y="3571875"/>
            <a:ext cx="2019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8F8"/>
                </a:solidFill>
              </a:defRPr>
            </a:pPr>
            <a:r>
              <a:rPr sz="1800" b="1">
                <a:solidFill>
                  <a:srgbClr val="F4F8F8"/>
                </a:solidFill>
              </a:rPr>
              <a:t>PRIMARY USER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AA7575-FE93-4018-ABFE-2D5517845166}"/>
              </a:ext>
            </a:extLst>
          </p:cNvPr>
          <p:cNvSpPr>
            <a:spLocks noGrp="1"/>
          </p:cNvSpPr>
          <p:nvPr/>
        </p:nvSpPr>
        <p:spPr>
          <a:xfrm>
            <a:off x="4429125" y="4000500"/>
            <a:ext cx="1828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8BB2B7"/>
                </a:solidFill>
              </a:defRPr>
            </a:pPr>
            <a:r>
              <a:rPr sz="1350" b="0" dirty="0">
                <a:solidFill>
                  <a:srgbClr val="8BB2B7"/>
                </a:solidFill>
              </a:rPr>
              <a:t>People performing manual peritoneal-dialysis exchanges at home.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4723EF-019D-45B5-94AF-82BD3307A634}"/>
              </a:ext>
            </a:extLst>
          </p:cNvPr>
          <p:cNvSpPr>
            <a:spLocks noGrp="1"/>
          </p:cNvSpPr>
          <p:nvPr/>
        </p:nvSpPr>
        <p:spPr>
          <a:xfrm>
            <a:off x="7496175" y="2524125"/>
            <a:ext cx="838200" cy="838200"/>
          </a:xfrm>
          <a:prstGeom prst="ellipse">
            <a:avLst/>
          </a:prstGeom>
          <a:solidFill>
            <a:srgbClr val="FFB000"/>
          </a:solidFill>
          <a:ln w="9525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2154C5-DC55-4B96-A90D-483BDE4A5D78}"/>
              </a:ext>
            </a:extLst>
          </p:cNvPr>
          <p:cNvSpPr>
            <a:spLocks noGrp="1"/>
          </p:cNvSpPr>
          <p:nvPr/>
        </p:nvSpPr>
        <p:spPr>
          <a:xfrm>
            <a:off x="7496175" y="2524125"/>
            <a:ext cx="838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61D25"/>
                </a:solidFill>
              </a:defRPr>
            </a:pPr>
            <a:r>
              <a:rPr sz="2100" b="1">
                <a:solidFill>
                  <a:srgbClr val="061D25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A56E87-1F50-43BC-A384-794A8932A93F}"/>
              </a:ext>
            </a:extLst>
          </p:cNvPr>
          <p:cNvSpPr>
            <a:spLocks noGrp="1"/>
          </p:cNvSpPr>
          <p:nvPr/>
        </p:nvSpPr>
        <p:spPr>
          <a:xfrm>
            <a:off x="6905625" y="3571875"/>
            <a:ext cx="2019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8F8"/>
                </a:solidFill>
              </a:defRPr>
            </a:pPr>
            <a:r>
              <a:rPr lang="en-GB" sz="1800" b="1" dirty="0">
                <a:solidFill>
                  <a:srgbClr val="F4F8F8"/>
                </a:solidFill>
              </a:rPr>
              <a:t>HEALTH</a:t>
            </a:r>
            <a:r>
              <a:rPr sz="1800" b="1" dirty="0">
                <a:solidFill>
                  <a:srgbClr val="F4F8F8"/>
                </a:solidFill>
              </a:rPr>
              <a:t>CARE CUSTOMER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EB8930-DC5F-468C-82B1-FDC41B0E10E9}"/>
              </a:ext>
            </a:extLst>
          </p:cNvPr>
          <p:cNvSpPr>
            <a:spLocks noGrp="1"/>
          </p:cNvSpPr>
          <p:nvPr/>
        </p:nvSpPr>
        <p:spPr>
          <a:xfrm>
            <a:off x="7000875" y="4000500"/>
            <a:ext cx="1828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8BB2B7"/>
                </a:solidFill>
              </a:defRPr>
            </a:pPr>
            <a:r>
              <a:rPr sz="1350" b="0">
                <a:solidFill>
                  <a:srgbClr val="8BB2B7"/>
                </a:solidFill>
              </a:rPr>
              <a:t>PD providers and nephrology services responsible for safe home care.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BE5049-FA2D-4C1F-9E7F-3E0DB33502CA}"/>
              </a:ext>
            </a:extLst>
          </p:cNvPr>
          <p:cNvSpPr>
            <a:spLocks noGrp="1"/>
          </p:cNvSpPr>
          <p:nvPr/>
        </p:nvSpPr>
        <p:spPr>
          <a:xfrm>
            <a:off x="10067925" y="2524125"/>
            <a:ext cx="838200" cy="838200"/>
          </a:xfrm>
          <a:prstGeom prst="ellipse">
            <a:avLst/>
          </a:prstGeom>
          <a:solidFill>
            <a:srgbClr val="FF5B4D"/>
          </a:solidFill>
          <a:ln w="9525">
            <a:solidFill>
              <a:srgbClr val="FF5B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6EC0F9-CE12-4C3C-BD1C-9B240F62F84F}"/>
              </a:ext>
            </a:extLst>
          </p:cNvPr>
          <p:cNvSpPr>
            <a:spLocks noGrp="1"/>
          </p:cNvSpPr>
          <p:nvPr/>
        </p:nvSpPr>
        <p:spPr>
          <a:xfrm>
            <a:off x="10067925" y="2524125"/>
            <a:ext cx="838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61D25"/>
                </a:solidFill>
              </a:defRPr>
            </a:pPr>
            <a:r>
              <a:rPr sz="2100" b="1">
                <a:solidFill>
                  <a:srgbClr val="061D25"/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376ED2-0197-4D27-A755-898E15380425}"/>
              </a:ext>
            </a:extLst>
          </p:cNvPr>
          <p:cNvSpPr>
            <a:spLocks noGrp="1"/>
          </p:cNvSpPr>
          <p:nvPr/>
        </p:nvSpPr>
        <p:spPr>
          <a:xfrm>
            <a:off x="9477375" y="3571875"/>
            <a:ext cx="2019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8F8"/>
                </a:solidFill>
              </a:defRPr>
            </a:pPr>
            <a:r>
              <a:rPr sz="1800" b="1">
                <a:solidFill>
                  <a:srgbClr val="F4F8F8"/>
                </a:solidFill>
              </a:rPr>
              <a:t>SCALE PARTNER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A60F08-46BF-472D-9962-91A308DA2BFA}"/>
              </a:ext>
            </a:extLst>
          </p:cNvPr>
          <p:cNvSpPr>
            <a:spLocks noGrp="1"/>
          </p:cNvSpPr>
          <p:nvPr/>
        </p:nvSpPr>
        <p:spPr>
          <a:xfrm>
            <a:off x="9572625" y="4000500"/>
            <a:ext cx="1828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8BB2B7"/>
                </a:solidFill>
              </a:defRPr>
            </a:pPr>
            <a:r>
              <a:rPr sz="1350" b="0">
                <a:solidFill>
                  <a:srgbClr val="8BB2B7"/>
                </a:solidFill>
              </a:rPr>
              <a:t>Dialysis-device manufacturers that can integrate a reusable sensing layer.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1192C0B-900C-4E91-9375-9B4BCDA9499C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191750" cy="1028700"/>
          </a:xfrm>
          <a:prstGeom prst="roundRect">
            <a:avLst>
              <a:gd name="adj" fmla="val 7407"/>
            </a:avLst>
          </a:prstGeom>
          <a:solidFill>
            <a:srgbClr val="103842"/>
          </a:solidFill>
          <a:ln w="9525">
            <a:solidFill>
              <a:srgbClr val="238F8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8E8073-BEB4-4A22-BA10-041526F2FAAA}"/>
              </a:ext>
            </a:extLst>
          </p:cNvPr>
          <p:cNvSpPr>
            <a:spLocks noGrp="1"/>
          </p:cNvSpPr>
          <p:nvPr/>
        </p:nvSpPr>
        <p:spPr>
          <a:xfrm>
            <a:off x="876300" y="57531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46D7CA"/>
                </a:solidFill>
              </a:defRPr>
            </a:pPr>
            <a:r>
              <a:rPr sz="1050" b="1">
                <a:solidFill>
                  <a:srgbClr val="46D7CA"/>
                </a:solidFill>
              </a:rPr>
              <a:t>THE COMMERCIAL QUESTION TO VALIDATE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B8A3EE-F347-4E86-95EE-9980A03320B0}"/>
              </a:ext>
            </a:extLst>
          </p:cNvPr>
          <p:cNvSpPr>
            <a:spLocks noGrp="1"/>
          </p:cNvSpPr>
          <p:nvPr/>
        </p:nvSpPr>
        <p:spPr>
          <a:xfrm>
            <a:off x="876300" y="605790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4F8F8"/>
                </a:solidFill>
              </a:defRPr>
            </a:pPr>
            <a:r>
              <a:rPr sz="1875" b="1" dirty="0">
                <a:solidFill>
                  <a:srgbClr val="F4F8F8"/>
                </a:solidFill>
              </a:rPr>
              <a:t>Will patients and PD services value earlier flow-state feedback enough to adopt an external retrofit?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A3499F-4AFD-47A9-A697-861F2B45F747}"/>
              </a:ext>
            </a:extLst>
          </p:cNvPr>
          <p:cNvSpPr>
            <a:spLocks noGrp="1"/>
          </p:cNvSpPr>
          <p:nvPr/>
        </p:nvSpPr>
        <p:spPr>
          <a:xfrm>
            <a:off x="666750" y="6896100"/>
            <a:ext cx="10144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8BB2B7"/>
                </a:solidFill>
              </a:defRPr>
            </a:pPr>
            <a:r>
              <a:rPr sz="900" b="0" dirty="0">
                <a:solidFill>
                  <a:srgbClr val="8BB2B7"/>
                </a:solidFill>
              </a:rPr>
              <a:t>Source for broad kidney-disease context: International Society of Nephrology. PD-specific market sizing remains a validation task.</a:t>
            </a:r>
            <a:endParaRPr lang="en-GB" sz="900" b="0" dirty="0">
              <a:solidFill>
                <a:srgbClr val="8BB2B7"/>
              </a:solidFill>
            </a:endParaRPr>
          </a:p>
          <a:p>
            <a:pPr algn="ctr">
              <a:defRPr sz="900" b="0">
                <a:solidFill>
                  <a:srgbClr val="8BB2B7"/>
                </a:solidFill>
              </a:defRPr>
            </a:pPr>
            <a:endParaRPr lang="en-GB" sz="900" b="0" dirty="0">
              <a:solidFill>
                <a:srgbClr val="8BB2B7"/>
              </a:solidFill>
            </a:endParaRPr>
          </a:p>
          <a:p>
            <a:pPr algn="ctr">
              <a:defRPr sz="900" b="0">
                <a:solidFill>
                  <a:srgbClr val="8BB2B7"/>
                </a:solidFill>
              </a:defRPr>
            </a:pPr>
            <a:endParaRPr sz="900" b="0" dirty="0">
              <a:solidFill>
                <a:srgbClr val="8BB2B7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013D56-4BE3-87A4-2CDD-95CB130423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617453" y="1686350"/>
            <a:ext cx="1115848" cy="7429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1C7B6D0-2888-2C0C-3BCB-95764EDA2B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336748" y="1438275"/>
            <a:ext cx="2027433" cy="1013717"/>
          </a:xfrm>
          <a:prstGeom prst="rect">
            <a:avLst/>
          </a:prstGeom>
        </p:spPr>
      </p:pic>
      <p:pic>
        <p:nvPicPr>
          <p:cNvPr id="32" name="Picture 31" descr="Nephrology – Anchal Hospital For Mother And Child – Kollam">
            <a:extLst>
              <a:ext uri="{FF2B5EF4-FFF2-40B4-BE49-F238E27FC236}">
                <a16:creationId xmlns:a16="http://schemas.microsoft.com/office/drawing/2014/main" id="{4A598ED4-2CDE-F612-6A8A-7E1045C161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8416" y="1510408"/>
            <a:ext cx="1013717" cy="1013717"/>
          </a:xfrm>
          <a:prstGeom prst="rect">
            <a:avLst/>
          </a:prstGeom>
        </p:spPr>
      </p:pic>
      <p:pic>
        <p:nvPicPr>
          <p:cNvPr id="39" name="Audio 38">
            <a:hlinkClick r:id="" action="ppaction://media"/>
            <a:extLst>
              <a:ext uri="{FF2B5EF4-FFF2-40B4-BE49-F238E27FC236}">
                <a16:creationId xmlns:a16="http://schemas.microsoft.com/office/drawing/2014/main" id="{CCBF6DB1-9D72-8089-BAB5-603B4F7C39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64315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655"/>
    </mc:Choice>
    <mc:Fallback>
      <p:transition spd="slow" advTm="206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F970365-97AB-44AA-A0F3-BC5CF6BFD0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100" cy="771525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BA1A37-67C9-4870-AD0B-B5123A469D33}"/>
              </a:ext>
            </a:extLst>
          </p:cNvPr>
          <p:cNvSpPr>
            <a:spLocks noGrp="1"/>
          </p:cNvSpPr>
          <p:nvPr/>
        </p:nvSpPr>
        <p:spPr>
          <a:xfrm>
            <a:off x="0" y="7677150"/>
            <a:ext cx="11582400" cy="3810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AC49F7-F6D4-4D79-96AC-19DA0C2783DE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6D7CA"/>
                </a:solidFill>
              </a:defRPr>
            </a:pPr>
            <a:r>
              <a:rPr sz="975" b="1" dirty="0">
                <a:solidFill>
                  <a:srgbClr val="46D7CA"/>
                </a:solidFill>
              </a:rPr>
              <a:t>03  —  YOUR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CFF4E0-55D3-4D15-907E-65BCF51F9C74}"/>
              </a:ext>
            </a:extLst>
          </p:cNvPr>
          <p:cNvSpPr>
            <a:spLocks noGrp="1"/>
          </p:cNvSpPr>
          <p:nvPr/>
        </p:nvSpPr>
        <p:spPr>
          <a:xfrm>
            <a:off x="8858250" y="73342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8BB2B7"/>
                </a:solidFill>
              </a:defRPr>
            </a:pPr>
            <a:r>
              <a:rPr sz="825" b="0">
                <a:solidFill>
                  <a:srgbClr val="8BB2B7"/>
                </a:solidFill>
              </a:rPr>
              <a:t>ECHOFLOW AI    03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D4F03D-F26A-40B5-9F01-4C38C283EAF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715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F4F8F8"/>
                </a:solidFill>
              </a:defRPr>
            </a:pPr>
            <a:r>
              <a:rPr sz="3300" b="1">
                <a:solidFill>
                  <a:srgbClr val="F4F8F8"/>
                </a:solidFill>
              </a:rPr>
              <a:t>ECHO FLOW ADDS A SENSING LAYER OUTSIDE THE TUBING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CF514-3F9A-47C0-BA3B-440EDE718EFC}"/>
              </a:ext>
            </a:extLst>
          </p:cNvPr>
          <p:cNvSpPr>
            <a:spLocks noGrp="1"/>
          </p:cNvSpPr>
          <p:nvPr/>
        </p:nvSpPr>
        <p:spPr>
          <a:xfrm>
            <a:off x="419100" y="11811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8BB2B7"/>
                </a:solidFill>
              </a:defRPr>
            </a:pPr>
            <a:r>
              <a:rPr lang="en-GB" sz="2000" b="0" dirty="0">
                <a:solidFill>
                  <a:srgbClr val="8BB2B7"/>
                </a:solidFill>
              </a:rPr>
              <a:t>Retrofits existing manual PD without changing the sterile fluid pathway</a:t>
            </a:r>
            <a:r>
              <a:rPr sz="1500" b="0" dirty="0">
                <a:solidFill>
                  <a:srgbClr val="8BB2B7"/>
                </a:solidFill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15ABE0-FBA7-41FA-9F71-8DBDB251DC65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7381875" cy="4133850"/>
          </a:xfrm>
          <a:prstGeom prst="roundRect">
            <a:avLst>
              <a:gd name="adj" fmla="val 1843"/>
            </a:avLst>
          </a:prstGeom>
          <a:solidFill>
            <a:srgbClr val="0C3038"/>
          </a:solidFill>
          <a:ln w="9525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5347" y="1866900"/>
            <a:ext cx="6871280" cy="386715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208E86A-D8E4-4AF3-92C3-A4BDF896A49F}"/>
              </a:ext>
            </a:extLst>
          </p:cNvPr>
          <p:cNvSpPr>
            <a:spLocks noGrp="1"/>
          </p:cNvSpPr>
          <p:nvPr/>
        </p:nvSpPr>
        <p:spPr>
          <a:xfrm>
            <a:off x="8115300" y="1952625"/>
            <a:ext cx="438150" cy="438150"/>
          </a:xfrm>
          <a:prstGeom prst="ellipse">
            <a:avLst/>
          </a:prstGeom>
          <a:solidFill>
            <a:srgbClr val="46D7CA"/>
          </a:solidFill>
          <a:ln w="9525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E2511-44C9-40AE-9022-4DB32F41EB26}"/>
              </a:ext>
            </a:extLst>
          </p:cNvPr>
          <p:cNvSpPr>
            <a:spLocks noGrp="1"/>
          </p:cNvSpPr>
          <p:nvPr/>
        </p:nvSpPr>
        <p:spPr>
          <a:xfrm>
            <a:off x="8115300" y="1952625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61D25"/>
                </a:solidFill>
              </a:defRPr>
            </a:pPr>
            <a:r>
              <a:rPr sz="1650" b="1">
                <a:solidFill>
                  <a:srgbClr val="061D25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5D2F57-98A2-42C7-9B57-0392C56FFDDE}"/>
              </a:ext>
            </a:extLst>
          </p:cNvPr>
          <p:cNvSpPr>
            <a:spLocks noGrp="1"/>
          </p:cNvSpPr>
          <p:nvPr/>
        </p:nvSpPr>
        <p:spPr>
          <a:xfrm>
            <a:off x="8705850" y="1924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8F8"/>
                </a:solidFill>
              </a:defRPr>
            </a:pPr>
            <a:r>
              <a:rPr sz="1575" b="1">
                <a:solidFill>
                  <a:srgbClr val="F4F8F8"/>
                </a:solidFill>
              </a:rPr>
              <a:t>CLIP 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FB1B4-EDB0-4267-8B51-2F222E1F757D}"/>
              </a:ext>
            </a:extLst>
          </p:cNvPr>
          <p:cNvSpPr>
            <a:spLocks noGrp="1"/>
          </p:cNvSpPr>
          <p:nvPr/>
        </p:nvSpPr>
        <p:spPr>
          <a:xfrm>
            <a:off x="8705850" y="221932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8BB2B7"/>
                </a:solidFill>
              </a:defRPr>
            </a:pPr>
            <a:r>
              <a:rPr sz="1275" b="0">
                <a:solidFill>
                  <a:srgbClr val="8BB2B7"/>
                </a:solidFill>
              </a:rPr>
              <a:t>A contact sensor captures tube-wall vibration.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FDA4BF-E4C2-428C-A70B-754212E8F3FF}"/>
              </a:ext>
            </a:extLst>
          </p:cNvPr>
          <p:cNvSpPr>
            <a:spLocks noGrp="1"/>
          </p:cNvSpPr>
          <p:nvPr/>
        </p:nvSpPr>
        <p:spPr>
          <a:xfrm>
            <a:off x="8115300" y="3257550"/>
            <a:ext cx="438150" cy="438150"/>
          </a:xfrm>
          <a:prstGeom prst="ellipse">
            <a:avLst/>
          </a:prstGeom>
          <a:solidFill>
            <a:srgbClr val="FFB000"/>
          </a:solidFill>
          <a:ln w="9525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53AE4A-94B4-45D1-BB57-B47E8E6A07F6}"/>
              </a:ext>
            </a:extLst>
          </p:cNvPr>
          <p:cNvSpPr>
            <a:spLocks noGrp="1"/>
          </p:cNvSpPr>
          <p:nvPr/>
        </p:nvSpPr>
        <p:spPr>
          <a:xfrm>
            <a:off x="8115300" y="32575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61D25"/>
                </a:solidFill>
              </a:defRPr>
            </a:pPr>
            <a:r>
              <a:rPr sz="1650" b="1">
                <a:solidFill>
                  <a:srgbClr val="061D25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9178D8-6B9A-4822-957A-B69F6BEFC886}"/>
              </a:ext>
            </a:extLst>
          </p:cNvPr>
          <p:cNvSpPr>
            <a:spLocks noGrp="1"/>
          </p:cNvSpPr>
          <p:nvPr/>
        </p:nvSpPr>
        <p:spPr>
          <a:xfrm>
            <a:off x="8705850" y="32289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8F8"/>
                </a:solidFill>
              </a:defRPr>
            </a:pPr>
            <a:r>
              <a:rPr sz="1575" b="1" dirty="0">
                <a:solidFill>
                  <a:srgbClr val="F4F8F8"/>
                </a:solidFill>
              </a:rPr>
              <a:t>CLASSIFY</a:t>
            </a:r>
            <a:r>
              <a:rPr lang="en-GB" sz="1575" b="1" dirty="0">
                <a:solidFill>
                  <a:srgbClr val="F4F8F8"/>
                </a:solidFill>
              </a:rPr>
              <a:t> (Current MVP)</a:t>
            </a:r>
            <a:endParaRPr sz="1575" b="1" dirty="0">
              <a:solidFill>
                <a:srgbClr val="F4F8F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8860A4-1DCC-444A-B58A-0CA6D36E86C2}"/>
              </a:ext>
            </a:extLst>
          </p:cNvPr>
          <p:cNvSpPr>
            <a:spLocks noGrp="1"/>
          </p:cNvSpPr>
          <p:nvPr/>
        </p:nvSpPr>
        <p:spPr>
          <a:xfrm>
            <a:off x="8705850" y="352425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8BB2B7"/>
                </a:solidFill>
              </a:defRPr>
            </a:pPr>
            <a:r>
              <a:rPr sz="1275" b="0" dirty="0">
                <a:solidFill>
                  <a:srgbClr val="8BB2B7"/>
                </a:solidFill>
              </a:rPr>
              <a:t>Local </a:t>
            </a:r>
            <a:r>
              <a:rPr lang="en-GB" sz="1275" b="0" dirty="0">
                <a:solidFill>
                  <a:srgbClr val="8BB2B7"/>
                </a:solidFill>
              </a:rPr>
              <a:t>AI analyses</a:t>
            </a:r>
            <a:r>
              <a:rPr sz="1275" b="0" dirty="0">
                <a:solidFill>
                  <a:srgbClr val="8BB2B7"/>
                </a:solidFill>
              </a:rPr>
              <a:t> acoustic </a:t>
            </a:r>
            <a:r>
              <a:rPr lang="en-GB" sz="1275" b="0" dirty="0">
                <a:solidFill>
                  <a:srgbClr val="8BB2B7"/>
                </a:solidFill>
              </a:rPr>
              <a:t>signals</a:t>
            </a:r>
            <a:r>
              <a:rPr sz="1275" b="0" dirty="0">
                <a:solidFill>
                  <a:srgbClr val="8BB2B7"/>
                </a:solidFill>
              </a:rPr>
              <a:t> and estimates the flow state.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31EA09-5444-4262-A6B5-60DD982960A8}"/>
              </a:ext>
            </a:extLst>
          </p:cNvPr>
          <p:cNvSpPr>
            <a:spLocks noGrp="1"/>
          </p:cNvSpPr>
          <p:nvPr/>
        </p:nvSpPr>
        <p:spPr>
          <a:xfrm>
            <a:off x="8115300" y="4562475"/>
            <a:ext cx="438150" cy="438150"/>
          </a:xfrm>
          <a:prstGeom prst="ellipse">
            <a:avLst/>
          </a:prstGeom>
          <a:solidFill>
            <a:srgbClr val="FF5B4D"/>
          </a:solidFill>
          <a:ln w="9525">
            <a:solidFill>
              <a:srgbClr val="FF5B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111E5B-B355-4618-B295-78FF770137FD}"/>
              </a:ext>
            </a:extLst>
          </p:cNvPr>
          <p:cNvSpPr>
            <a:spLocks noGrp="1"/>
          </p:cNvSpPr>
          <p:nvPr/>
        </p:nvSpPr>
        <p:spPr>
          <a:xfrm>
            <a:off x="8115300" y="4562475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61D25"/>
                </a:solidFill>
              </a:defRPr>
            </a:pPr>
            <a:r>
              <a:rPr sz="1650" b="1">
                <a:solidFill>
                  <a:srgbClr val="061D25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150D1E-1834-4F4F-BDE2-6849CC625281}"/>
              </a:ext>
            </a:extLst>
          </p:cNvPr>
          <p:cNvSpPr>
            <a:spLocks noGrp="1"/>
          </p:cNvSpPr>
          <p:nvPr/>
        </p:nvSpPr>
        <p:spPr>
          <a:xfrm>
            <a:off x="8705850" y="45339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8F8"/>
                </a:solidFill>
              </a:defRPr>
            </a:pPr>
            <a:r>
              <a:rPr sz="1575" b="1">
                <a:solidFill>
                  <a:srgbClr val="F4F8F8"/>
                </a:solidFill>
              </a:rPr>
              <a:t>GUIDE 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52C34-F51A-4E9A-8051-77B484E8D110}"/>
              </a:ext>
            </a:extLst>
          </p:cNvPr>
          <p:cNvSpPr>
            <a:spLocks noGrp="1"/>
          </p:cNvSpPr>
          <p:nvPr/>
        </p:nvSpPr>
        <p:spPr>
          <a:xfrm>
            <a:off x="8705850" y="482917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8BB2B7"/>
                </a:solidFill>
              </a:defRPr>
            </a:pPr>
            <a:r>
              <a:rPr lang="en-GB" sz="1275" b="0" dirty="0">
                <a:solidFill>
                  <a:srgbClr val="8BB2B7"/>
                </a:solidFill>
              </a:rPr>
              <a:t>Displays the estimated flow state for patient and clinician awareness</a:t>
            </a:r>
            <a:endParaRPr sz="1275" b="0" dirty="0">
              <a:solidFill>
                <a:srgbClr val="8BB2B7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CEF59D2-1CE2-4076-95D4-B34EF6815F05}"/>
              </a:ext>
            </a:extLst>
          </p:cNvPr>
          <p:cNvSpPr>
            <a:spLocks noGrp="1"/>
          </p:cNvSpPr>
          <p:nvPr/>
        </p:nvSpPr>
        <p:spPr>
          <a:xfrm>
            <a:off x="400050" y="6229350"/>
            <a:ext cx="3143250" cy="400050"/>
          </a:xfrm>
          <a:prstGeom prst="roundRect">
            <a:avLst>
              <a:gd name="adj" fmla="val 19048"/>
            </a:avLst>
          </a:prstGeom>
          <a:solidFill>
            <a:srgbClr val="0C3038"/>
          </a:solidFill>
          <a:ln w="9525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86F82D-1D23-420D-8F28-4B00A89D9384}"/>
              </a:ext>
            </a:extLst>
          </p:cNvPr>
          <p:cNvSpPr>
            <a:spLocks noGrp="1"/>
          </p:cNvSpPr>
          <p:nvPr/>
        </p:nvSpPr>
        <p:spPr>
          <a:xfrm>
            <a:off x="400050" y="62293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46D7CA"/>
                </a:solidFill>
              </a:defRPr>
            </a:pPr>
            <a:r>
              <a:rPr sz="1125" b="1">
                <a:solidFill>
                  <a:srgbClr val="46D7CA"/>
                </a:solidFill>
              </a:rPr>
              <a:t>EXTERNAL AND REUSABLE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198BF50-A68E-48AB-8A88-DDA3B77B6DCE}"/>
              </a:ext>
            </a:extLst>
          </p:cNvPr>
          <p:cNvSpPr>
            <a:spLocks noGrp="1"/>
          </p:cNvSpPr>
          <p:nvPr/>
        </p:nvSpPr>
        <p:spPr>
          <a:xfrm>
            <a:off x="3829050" y="6229350"/>
            <a:ext cx="3143250" cy="400050"/>
          </a:xfrm>
          <a:prstGeom prst="roundRect">
            <a:avLst>
              <a:gd name="adj" fmla="val 19048"/>
            </a:avLst>
          </a:prstGeom>
          <a:solidFill>
            <a:srgbClr val="0C3038"/>
          </a:solidFill>
          <a:ln w="9525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8745ED-3A7C-46AE-87C8-C10347FDCDFB}"/>
              </a:ext>
            </a:extLst>
          </p:cNvPr>
          <p:cNvSpPr>
            <a:spLocks noGrp="1"/>
          </p:cNvSpPr>
          <p:nvPr/>
        </p:nvSpPr>
        <p:spPr>
          <a:xfrm>
            <a:off x="3829050" y="62293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B000"/>
                </a:solidFill>
              </a:defRPr>
            </a:pPr>
            <a:r>
              <a:rPr sz="1125" b="1">
                <a:solidFill>
                  <a:srgbClr val="FFB000"/>
                </a:solidFill>
              </a:rPr>
              <a:t>LOCAL / OFFLINE-CAPABLE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743C2DE-0F11-4FB3-9BC8-058A211397B8}"/>
              </a:ext>
            </a:extLst>
          </p:cNvPr>
          <p:cNvSpPr>
            <a:spLocks noGrp="1"/>
          </p:cNvSpPr>
          <p:nvPr/>
        </p:nvSpPr>
        <p:spPr>
          <a:xfrm>
            <a:off x="7258050" y="6229350"/>
            <a:ext cx="3143250" cy="400050"/>
          </a:xfrm>
          <a:prstGeom prst="roundRect">
            <a:avLst>
              <a:gd name="adj" fmla="val 19048"/>
            </a:avLst>
          </a:prstGeom>
          <a:solidFill>
            <a:srgbClr val="0C3038"/>
          </a:solidFill>
          <a:ln w="9525">
            <a:solidFill>
              <a:srgbClr val="FF5B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5D56BC-0FF5-4F65-BDB7-16F07BB6690C}"/>
              </a:ext>
            </a:extLst>
          </p:cNvPr>
          <p:cNvSpPr>
            <a:spLocks noGrp="1"/>
          </p:cNvSpPr>
          <p:nvPr/>
        </p:nvSpPr>
        <p:spPr>
          <a:xfrm>
            <a:off x="7258050" y="62293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5B4D"/>
                </a:solidFill>
              </a:defRPr>
            </a:pPr>
            <a:r>
              <a:rPr sz="1125" b="1">
                <a:solidFill>
                  <a:srgbClr val="FF5B4D"/>
                </a:solidFill>
              </a:rPr>
              <a:t>NO FLUID-PATH MODIFICATION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0566EE-7988-4FC7-9C05-79BA9D0ECA73}"/>
              </a:ext>
            </a:extLst>
          </p:cNvPr>
          <p:cNvSpPr>
            <a:spLocks noGrp="1"/>
          </p:cNvSpPr>
          <p:nvPr/>
        </p:nvSpPr>
        <p:spPr>
          <a:xfrm>
            <a:off x="400050" y="6848475"/>
            <a:ext cx="1017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BB2B7"/>
                </a:solidFill>
              </a:defRPr>
            </a:pPr>
            <a:r>
              <a:rPr sz="1125" b="0">
                <a:solidFill>
                  <a:srgbClr val="8BB2B7"/>
                </a:solidFill>
              </a:rPr>
              <a:t>Current MVP runs on a laptop; embedded edge processing is a later engineering stage.</a:t>
            </a:r>
          </a:p>
        </p:txBody>
      </p:sp>
      <p:pic>
        <p:nvPicPr>
          <p:cNvPr id="38" name="Audio 37">
            <a:hlinkClick r:id="" action="ppaction://media"/>
            <a:extLst>
              <a:ext uri="{FF2B5EF4-FFF2-40B4-BE49-F238E27FC236}">
                <a16:creationId xmlns:a16="http://schemas.microsoft.com/office/drawing/2014/main" id="{48DFC81E-AC55-C1C6-3DD3-C9F78E20AF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77605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22"/>
    </mc:Choice>
    <mc:Fallback>
      <p:transition spd="slow" advTm="232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C8E72F5-6A44-4060-8B3D-7DFD637718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100" cy="771525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07D78D-C389-464D-A975-8A41CDD74B2A}"/>
              </a:ext>
            </a:extLst>
          </p:cNvPr>
          <p:cNvSpPr>
            <a:spLocks noGrp="1"/>
          </p:cNvSpPr>
          <p:nvPr/>
        </p:nvSpPr>
        <p:spPr>
          <a:xfrm>
            <a:off x="0" y="7677150"/>
            <a:ext cx="11582400" cy="3810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432E70-652D-4E99-B695-679CCB7354A7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6D7CA"/>
                </a:solidFill>
              </a:defRPr>
            </a:pPr>
            <a:r>
              <a:rPr sz="975" b="1" dirty="0">
                <a:solidFill>
                  <a:srgbClr val="46D7CA"/>
                </a:solidFill>
              </a:rPr>
              <a:t>04  —  WHY ECHOFLOW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A09786-06A7-425C-A135-D9052D72B1E7}"/>
              </a:ext>
            </a:extLst>
          </p:cNvPr>
          <p:cNvSpPr>
            <a:spLocks noGrp="1"/>
          </p:cNvSpPr>
          <p:nvPr/>
        </p:nvSpPr>
        <p:spPr>
          <a:xfrm>
            <a:off x="8858250" y="73342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8BB2B7"/>
                </a:solidFill>
              </a:defRPr>
            </a:pPr>
            <a:r>
              <a:rPr sz="825" b="0">
                <a:solidFill>
                  <a:srgbClr val="8BB2B7"/>
                </a:solidFill>
              </a:rPr>
              <a:t>ECHOFLOW AI    04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29B203-EEDF-440E-BFC3-EB93E530C676}"/>
              </a:ext>
            </a:extLst>
          </p:cNvPr>
          <p:cNvSpPr>
            <a:spLocks noGrp="1"/>
          </p:cNvSpPr>
          <p:nvPr/>
        </p:nvSpPr>
        <p:spPr>
          <a:xfrm>
            <a:off x="143838" y="590550"/>
            <a:ext cx="11222376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F4F8F8"/>
                </a:solidFill>
              </a:defRPr>
            </a:pPr>
            <a:r>
              <a:rPr sz="3300" b="1" dirty="0">
                <a:solidFill>
                  <a:srgbClr val="F4F8F8"/>
                </a:solidFill>
              </a:rPr>
              <a:t>THE RETROFIT GAP: MANUAL CHECKS VS </a:t>
            </a:r>
            <a:r>
              <a:rPr lang="en-GB" sz="3300" b="1" dirty="0">
                <a:solidFill>
                  <a:srgbClr val="F4F8F8"/>
                </a:solidFill>
              </a:rPr>
              <a:t>AUTOMATED </a:t>
            </a:r>
            <a:r>
              <a:rPr sz="3300" b="1" dirty="0">
                <a:solidFill>
                  <a:srgbClr val="F4F8F8"/>
                </a:solidFill>
              </a:rPr>
              <a:t>CYCLERS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6C4A5-9D9C-4713-9197-D73CFD9474E0}"/>
              </a:ext>
            </a:extLst>
          </p:cNvPr>
          <p:cNvSpPr>
            <a:spLocks noGrp="1"/>
          </p:cNvSpPr>
          <p:nvPr/>
        </p:nvSpPr>
        <p:spPr>
          <a:xfrm>
            <a:off x="419100" y="11811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8BB2B7"/>
                </a:solidFill>
              </a:defRPr>
            </a:pPr>
            <a:r>
              <a:rPr sz="1500" b="0">
                <a:solidFill>
                  <a:srgbClr val="8BB2B7"/>
                </a:solidFill>
              </a:rPr>
              <a:t>EchoFlow is designed specifically around manual home exchanges.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08CA08-5CC4-4E6C-AE09-E95B96195350}"/>
              </a:ext>
            </a:extLst>
          </p:cNvPr>
          <p:cNvSpPr>
            <a:spLocks noGrp="1"/>
          </p:cNvSpPr>
          <p:nvPr/>
        </p:nvSpPr>
        <p:spPr>
          <a:xfrm>
            <a:off x="638175" y="1978738"/>
            <a:ext cx="2714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8BB2B7"/>
                </a:solidFill>
              </a:defRPr>
            </a:pPr>
            <a:r>
              <a:rPr lang="en-GB" sz="2000" b="1" dirty="0">
                <a:solidFill>
                  <a:srgbClr val="8BB2B7"/>
                </a:solidFill>
              </a:rPr>
              <a:t>Existing Option</a:t>
            </a:r>
            <a:endParaRPr sz="2000" b="1" dirty="0">
              <a:solidFill>
                <a:srgbClr val="8BB2B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67FAD2-DF1E-4BBA-96C2-181516B72D66}"/>
              </a:ext>
            </a:extLst>
          </p:cNvPr>
          <p:cNvSpPr>
            <a:spLocks noGrp="1"/>
          </p:cNvSpPr>
          <p:nvPr/>
        </p:nvSpPr>
        <p:spPr>
          <a:xfrm>
            <a:off x="5791200" y="200977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4F8F8"/>
                </a:solidFill>
              </a:defRPr>
            </a:pPr>
            <a:r>
              <a:rPr lang="en-GB" sz="2000" b="1" dirty="0">
                <a:solidFill>
                  <a:srgbClr val="F4F8F8"/>
                </a:solidFill>
              </a:rPr>
              <a:t>Limitation</a:t>
            </a:r>
            <a:endParaRPr sz="2000" b="1" dirty="0">
              <a:solidFill>
                <a:srgbClr val="F4F8F8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1B63B3-9473-461F-A732-BD8A832FCB5C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9953625" cy="19050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5E8CEA-B6D9-47DE-A87B-1A078E629587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714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4F8F8"/>
                </a:solidFill>
              </a:defRPr>
            </a:pPr>
            <a:r>
              <a:rPr lang="en-GB" sz="1600" b="1" dirty="0">
                <a:solidFill>
                  <a:srgbClr val="F4F8F8"/>
                </a:solidFill>
              </a:rPr>
              <a:t>Manual observation</a:t>
            </a:r>
            <a:endParaRPr sz="1600" b="1" dirty="0">
              <a:solidFill>
                <a:srgbClr val="F4F8F8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5D6BBE-8053-44CA-A5CA-2902BE944C43}"/>
              </a:ext>
            </a:extLst>
          </p:cNvPr>
          <p:cNvSpPr>
            <a:spLocks noGrp="1"/>
          </p:cNvSpPr>
          <p:nvPr/>
        </p:nvSpPr>
        <p:spPr>
          <a:xfrm>
            <a:off x="6334124" y="2619375"/>
            <a:ext cx="2419457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5B4D"/>
                </a:solidFill>
              </a:defRPr>
            </a:pPr>
            <a:r>
              <a:rPr lang="en-GB" sz="1600" b="1" dirty="0">
                <a:solidFill>
                  <a:srgbClr val="FF5B4D"/>
                </a:solidFill>
              </a:rPr>
              <a:t>No continuous feedback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3BB656-C0FD-4063-B851-4E6330268F2C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9953625" cy="9525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97D5FF-1B76-4D99-93D6-87A2B81288B4}"/>
              </a:ext>
            </a:extLst>
          </p:cNvPr>
          <p:cNvSpPr>
            <a:spLocks noGrp="1"/>
          </p:cNvSpPr>
          <p:nvPr/>
        </p:nvSpPr>
        <p:spPr>
          <a:xfrm>
            <a:off x="666750" y="3362325"/>
            <a:ext cx="2714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4F8F8"/>
                </a:solidFill>
              </a:defRPr>
            </a:pPr>
            <a:r>
              <a:rPr lang="en-GB" sz="1600" b="1" dirty="0">
                <a:solidFill>
                  <a:srgbClr val="F4F8F8"/>
                </a:solidFill>
              </a:rPr>
              <a:t>Automated cycler</a:t>
            </a:r>
            <a:endParaRPr sz="1600" b="1" dirty="0">
              <a:solidFill>
                <a:srgbClr val="F4F8F8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5CDCC7-46E3-4A3F-AA23-D8A6DE031A72}"/>
              </a:ext>
            </a:extLst>
          </p:cNvPr>
          <p:cNvSpPr>
            <a:spLocks noGrp="1"/>
          </p:cNvSpPr>
          <p:nvPr/>
        </p:nvSpPr>
        <p:spPr>
          <a:xfrm>
            <a:off x="6334124" y="3362324"/>
            <a:ext cx="2840697" cy="4000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46D7CA"/>
                </a:solidFill>
              </a:defRPr>
            </a:pPr>
            <a:r>
              <a:rPr lang="en-GB" sz="1600" b="1" dirty="0">
                <a:solidFill>
                  <a:srgbClr val="46D7CA"/>
                </a:solidFill>
              </a:rPr>
              <a:t>Not designed for manual CAPD</a:t>
            </a:r>
            <a:endParaRPr sz="1600" b="1" dirty="0">
              <a:solidFill>
                <a:srgbClr val="46D7CA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D3638F-54BC-4134-97B4-DAC29E062CA9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9953625" cy="9525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33BF57-70F6-42B7-8836-9E71785E7E67}"/>
              </a:ext>
            </a:extLst>
          </p:cNvPr>
          <p:cNvSpPr>
            <a:spLocks noGrp="1"/>
          </p:cNvSpPr>
          <p:nvPr/>
        </p:nvSpPr>
        <p:spPr>
          <a:xfrm>
            <a:off x="666750" y="4105275"/>
            <a:ext cx="2714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4F8F8"/>
                </a:solidFill>
              </a:defRPr>
            </a:pPr>
            <a:r>
              <a:rPr lang="en-GB" sz="1600" b="1" dirty="0" err="1">
                <a:solidFill>
                  <a:srgbClr val="F4F8F8"/>
                </a:solidFill>
              </a:rPr>
              <a:t>Echoflow</a:t>
            </a:r>
            <a:endParaRPr sz="1600" b="1" dirty="0">
              <a:solidFill>
                <a:srgbClr val="F4F8F8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E8625C-063B-4E9D-85FA-ABCC0ED19B47}"/>
              </a:ext>
            </a:extLst>
          </p:cNvPr>
          <p:cNvSpPr>
            <a:spLocks noGrp="1"/>
          </p:cNvSpPr>
          <p:nvPr/>
        </p:nvSpPr>
        <p:spPr>
          <a:xfrm>
            <a:off x="6001231" y="4090988"/>
            <a:ext cx="3580438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5B4D"/>
                </a:solidFill>
              </a:defRPr>
            </a:pPr>
            <a:r>
              <a:rPr lang="en-GB" sz="1600" b="1" dirty="0">
                <a:solidFill>
                  <a:srgbClr val="FF5B4D"/>
                </a:solidFill>
              </a:rPr>
              <a:t>Continuous monitoring without replacing existing equipment </a:t>
            </a:r>
            <a:endParaRPr sz="1600" b="1" dirty="0">
              <a:solidFill>
                <a:srgbClr val="FF5B4D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EC1B84-C1A2-44B6-8640-81640ED899A0}"/>
              </a:ext>
            </a:extLst>
          </p:cNvPr>
          <p:cNvSpPr>
            <a:spLocks noGrp="1"/>
          </p:cNvSpPr>
          <p:nvPr/>
        </p:nvSpPr>
        <p:spPr>
          <a:xfrm>
            <a:off x="666750" y="4629150"/>
            <a:ext cx="9953625" cy="9525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5C19BFE-5A19-4EFC-8779-27AC41C6D992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9953625" cy="914400"/>
          </a:xfrm>
          <a:prstGeom prst="roundRect">
            <a:avLst>
              <a:gd name="adj" fmla="val 8333"/>
            </a:avLst>
          </a:prstGeom>
          <a:solidFill>
            <a:srgbClr val="103842"/>
          </a:solidFill>
          <a:ln w="9525">
            <a:solidFill>
              <a:srgbClr val="238F8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7275D6-4E42-44AC-81FC-16719A6F962E}"/>
              </a:ext>
            </a:extLst>
          </p:cNvPr>
          <p:cNvSpPr>
            <a:spLocks noGrp="1"/>
          </p:cNvSpPr>
          <p:nvPr/>
        </p:nvSpPr>
        <p:spPr>
          <a:xfrm>
            <a:off x="876300" y="59531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46D7CA"/>
                </a:solidFill>
              </a:defRPr>
            </a:pPr>
            <a:r>
              <a:rPr sz="1050" b="1">
                <a:solidFill>
                  <a:srgbClr val="46D7CA"/>
                </a:solidFill>
              </a:rPr>
              <a:t>DIFFERENTIATION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1E125B-6DD3-4206-97A2-68A6023104E2}"/>
              </a:ext>
            </a:extLst>
          </p:cNvPr>
          <p:cNvSpPr>
            <a:spLocks noGrp="1"/>
          </p:cNvSpPr>
          <p:nvPr/>
        </p:nvSpPr>
        <p:spPr>
          <a:xfrm>
            <a:off x="876300" y="6219825"/>
            <a:ext cx="942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4F8F8"/>
                </a:solidFill>
              </a:defRPr>
            </a:pPr>
            <a:r>
              <a:rPr sz="1875" b="1">
                <a:solidFill>
                  <a:srgbClr val="F4F8F8"/>
                </a:solidFill>
              </a:rPr>
              <a:t>Passive contact-vibration sensing + flow-state classification + manual-PD workflow fit</a:t>
            </a:r>
          </a:p>
        </p:txBody>
      </p:sp>
      <p:pic>
        <p:nvPicPr>
          <p:cNvPr id="28" name="Audio 27">
            <a:hlinkClick r:id="" action="ppaction://media"/>
            <a:extLst>
              <a:ext uri="{FF2B5EF4-FFF2-40B4-BE49-F238E27FC236}">
                <a16:creationId xmlns:a16="http://schemas.microsoft.com/office/drawing/2014/main" id="{455A8805-DCB1-A421-47C6-BC4F1E6800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0130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053"/>
    </mc:Choice>
    <mc:Fallback>
      <p:transition spd="slow" advTm="190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3B1A33AF-0C80-4300-9F78-86618E9B00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100" cy="771525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F2F42E-60C3-48E1-A81E-40CB65271646}"/>
              </a:ext>
            </a:extLst>
          </p:cNvPr>
          <p:cNvSpPr>
            <a:spLocks noGrp="1"/>
          </p:cNvSpPr>
          <p:nvPr/>
        </p:nvSpPr>
        <p:spPr>
          <a:xfrm>
            <a:off x="0" y="7677150"/>
            <a:ext cx="11582400" cy="3810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17A505-9086-48A6-9A78-81CF327336F5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6D7CA"/>
                </a:solidFill>
              </a:defRPr>
            </a:pPr>
            <a:r>
              <a:rPr sz="975" b="1" dirty="0">
                <a:solidFill>
                  <a:srgbClr val="46D7CA"/>
                </a:solidFill>
              </a:rPr>
              <a:t>05  —  PROTOTYPE DEMO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6E3959-F546-469D-B6EE-B5414F02D02D}"/>
              </a:ext>
            </a:extLst>
          </p:cNvPr>
          <p:cNvSpPr>
            <a:spLocks noGrp="1"/>
          </p:cNvSpPr>
          <p:nvPr/>
        </p:nvSpPr>
        <p:spPr>
          <a:xfrm>
            <a:off x="8858250" y="73342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8BB2B7"/>
                </a:solidFill>
              </a:defRPr>
            </a:pPr>
            <a:r>
              <a:rPr sz="825" b="0">
                <a:solidFill>
                  <a:srgbClr val="8BB2B7"/>
                </a:solidFill>
              </a:rPr>
              <a:t>ECHOFLOW AI    05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6A668B-85D5-4763-9697-85C1E4205C75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F4F8F8"/>
                </a:solidFill>
              </a:defRPr>
            </a:pPr>
            <a:r>
              <a:rPr sz="3450" b="1" dirty="0">
                <a:solidFill>
                  <a:srgbClr val="F4F8F8"/>
                </a:solidFill>
              </a:rPr>
              <a:t>FROM FLOW MODEL TO CLASSIFICATION</a:t>
            </a:r>
            <a:r>
              <a:rPr lang="en-GB" sz="3450" b="1" dirty="0">
                <a:solidFill>
                  <a:srgbClr val="F4F8F8"/>
                </a:solidFill>
              </a:rPr>
              <a:t> (MVP)</a:t>
            </a:r>
            <a:endParaRPr sz="3450" b="1" dirty="0">
              <a:solidFill>
                <a:srgbClr val="F4F8F8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85E49-192B-443B-AC14-390CAB07C906}"/>
              </a:ext>
            </a:extLst>
          </p:cNvPr>
          <p:cNvSpPr>
            <a:spLocks noGrp="1"/>
          </p:cNvSpPr>
          <p:nvPr/>
        </p:nvSpPr>
        <p:spPr>
          <a:xfrm>
            <a:off x="419100" y="114300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46D7CA"/>
                </a:solidFill>
              </a:defRPr>
            </a:pPr>
            <a:r>
              <a:rPr lang="en-GB" sz="1575" b="1" dirty="0">
                <a:solidFill>
                  <a:srgbClr val="46D7CA"/>
                </a:solidFill>
              </a:rPr>
              <a:t>Proof-of-concept demonstrating AI classification of 4 simulated flow states</a:t>
            </a:r>
            <a:r>
              <a:rPr sz="1575" b="1" dirty="0">
                <a:solidFill>
                  <a:srgbClr val="46D7CA"/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2482A4-AF70-4A16-8B67-971D6D31C92F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46D7CA"/>
                </a:solidFill>
              </a:defRPr>
            </a:pPr>
            <a:r>
              <a:rPr sz="1200" b="1">
                <a:solidFill>
                  <a:srgbClr val="46D7CA"/>
                </a:solidFill>
              </a:rPr>
              <a:t>1  SIMSCAPE FLOW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7799C6-6703-4B44-B825-BF29C9BE1981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3228976" cy="1372352"/>
          </a:xfrm>
          <a:prstGeom prst="roundRect">
            <a:avLst>
              <a:gd name="adj" fmla="val 5517"/>
            </a:avLst>
          </a:prstGeom>
          <a:solidFill>
            <a:srgbClr val="F4F8F8"/>
          </a:solidFill>
          <a:ln w="9525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1500" y="2241695"/>
            <a:ext cx="3009900" cy="7934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627A34-7628-4298-81FB-0A194A3A16E5}"/>
              </a:ext>
            </a:extLst>
          </p:cNvPr>
          <p:cNvSpPr>
            <a:spLocks noGrp="1"/>
          </p:cNvSpPr>
          <p:nvPr/>
        </p:nvSpPr>
        <p:spPr>
          <a:xfrm>
            <a:off x="542925" y="3662362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8BB2B7"/>
                </a:solidFill>
              </a:defRPr>
            </a:pPr>
            <a:r>
              <a:rPr sz="1275" b="0" dirty="0">
                <a:solidFill>
                  <a:srgbClr val="8BB2B7"/>
                </a:solidFill>
              </a:rPr>
              <a:t>Pressure-driven tubing under controlled restrictions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AD3A31-0F16-48DD-9020-7652C4987D59}"/>
              </a:ext>
            </a:extLst>
          </p:cNvPr>
          <p:cNvSpPr>
            <a:spLocks noGrp="1"/>
          </p:cNvSpPr>
          <p:nvPr/>
        </p:nvSpPr>
        <p:spPr>
          <a:xfrm>
            <a:off x="3733800" y="2428875"/>
            <a:ext cx="457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46D7CA"/>
                </a:solidFill>
              </a:defRPr>
            </a:pPr>
            <a:r>
              <a:rPr sz="2850" b="1">
                <a:solidFill>
                  <a:srgbClr val="46D7CA"/>
                </a:solidFill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19295A-F4F1-4386-BEFB-FC4C5AD7A054}"/>
              </a:ext>
            </a:extLst>
          </p:cNvPr>
          <p:cNvSpPr>
            <a:spLocks noGrp="1"/>
          </p:cNvSpPr>
          <p:nvPr/>
        </p:nvSpPr>
        <p:spPr>
          <a:xfrm>
            <a:off x="4238625" y="16383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46D7CA"/>
                </a:solidFill>
              </a:defRPr>
            </a:pPr>
            <a:r>
              <a:rPr sz="1200" b="1">
                <a:solidFill>
                  <a:srgbClr val="46D7CA"/>
                </a:solidFill>
              </a:rPr>
              <a:t>2  ACOUSTIC PROXY SIGNALS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66FB66-F62F-4852-8CC3-A62FF298A914}"/>
              </a:ext>
            </a:extLst>
          </p:cNvPr>
          <p:cNvSpPr>
            <a:spLocks noGrp="1"/>
          </p:cNvSpPr>
          <p:nvPr/>
        </p:nvSpPr>
        <p:spPr>
          <a:xfrm>
            <a:off x="4238625" y="2000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6D7CA"/>
                </a:solidFill>
              </a:defRPr>
            </a:pPr>
            <a:r>
              <a:rPr sz="975" b="1">
                <a:solidFill>
                  <a:srgbClr val="46D7CA"/>
                </a:solidFill>
              </a:rPr>
              <a:t>NORMAL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6"/>
          <a:srcRect l="25232" r="25232"/>
          <a:stretch>
            <a:fillRect/>
          </a:stretch>
        </p:blipFill>
        <p:spPr>
          <a:xfrm>
            <a:off x="4238625" y="2238375"/>
            <a:ext cx="3857625" cy="7810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AA17D6A-B1C3-4530-953D-B7B830CBB41E}"/>
              </a:ext>
            </a:extLst>
          </p:cNvPr>
          <p:cNvSpPr>
            <a:spLocks noGrp="1"/>
          </p:cNvSpPr>
          <p:nvPr/>
        </p:nvSpPr>
        <p:spPr>
          <a:xfrm>
            <a:off x="4238625" y="32861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FB000"/>
                </a:solidFill>
              </a:defRPr>
            </a:pPr>
            <a:r>
              <a:rPr sz="975" b="1">
                <a:solidFill>
                  <a:srgbClr val="FFB000"/>
                </a:solidFill>
              </a:rPr>
              <a:t>REDUCED FLOW</a:t>
            </a: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7"/>
          <a:srcRect l="25232" r="25232"/>
          <a:stretch>
            <a:fillRect/>
          </a:stretch>
        </p:blipFill>
        <p:spPr>
          <a:xfrm>
            <a:off x="4238625" y="3524250"/>
            <a:ext cx="3857625" cy="78105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722C77-173F-46F3-AE2C-313DC56A9F65}"/>
              </a:ext>
            </a:extLst>
          </p:cNvPr>
          <p:cNvSpPr>
            <a:spLocks noGrp="1"/>
          </p:cNvSpPr>
          <p:nvPr/>
        </p:nvSpPr>
        <p:spPr>
          <a:xfrm>
            <a:off x="8524875" y="1619250"/>
            <a:ext cx="2571750" cy="4524375"/>
          </a:xfrm>
          <a:prstGeom prst="roundRect">
            <a:avLst>
              <a:gd name="adj" fmla="val 2963"/>
            </a:avLst>
          </a:prstGeom>
          <a:solidFill>
            <a:srgbClr val="103842"/>
          </a:solidFill>
          <a:ln w="9525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C38909-1AA1-4837-A544-AFD9AD38DAD8}"/>
              </a:ext>
            </a:extLst>
          </p:cNvPr>
          <p:cNvSpPr>
            <a:spLocks noGrp="1"/>
          </p:cNvSpPr>
          <p:nvPr/>
        </p:nvSpPr>
        <p:spPr>
          <a:xfrm>
            <a:off x="8763000" y="1809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FB000"/>
                </a:solidFill>
              </a:defRPr>
            </a:pPr>
            <a:r>
              <a:rPr sz="1200" b="1">
                <a:solidFill>
                  <a:srgbClr val="FFB000"/>
                </a:solidFill>
              </a:rPr>
              <a:t>3  RANDOM FOREST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3D8BB-D304-4392-BEE9-44C8C3B1E434}"/>
              </a:ext>
            </a:extLst>
          </p:cNvPr>
          <p:cNvSpPr>
            <a:spLocks noGrp="1"/>
          </p:cNvSpPr>
          <p:nvPr/>
        </p:nvSpPr>
        <p:spPr>
          <a:xfrm>
            <a:off x="8763000" y="22383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8BB2B7"/>
                </a:solidFill>
              </a:defRPr>
            </a:pPr>
            <a:r>
              <a:rPr sz="975" b="1">
                <a:solidFill>
                  <a:srgbClr val="8BB2B7"/>
                </a:solidFill>
              </a:rPr>
              <a:t>UNSEEN TEST RECORDING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223AE-49B3-4721-A46D-D211FCC10BBB}"/>
              </a:ext>
            </a:extLst>
          </p:cNvPr>
          <p:cNvSpPr>
            <a:spLocks noGrp="1"/>
          </p:cNvSpPr>
          <p:nvPr/>
        </p:nvSpPr>
        <p:spPr>
          <a:xfrm>
            <a:off x="8886825" y="26670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8BB2B7"/>
                </a:solidFill>
              </a:defRPr>
            </a:pPr>
            <a:r>
              <a:rPr sz="1200" b="0">
                <a:solidFill>
                  <a:srgbClr val="8BB2B7"/>
                </a:solidFill>
              </a:rPr>
              <a:t>Noise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4285AC-217F-4998-865D-AB9AB2452B41}"/>
              </a:ext>
            </a:extLst>
          </p:cNvPr>
          <p:cNvSpPr>
            <a:spLocks noGrp="1"/>
          </p:cNvSpPr>
          <p:nvPr/>
        </p:nvSpPr>
        <p:spPr>
          <a:xfrm>
            <a:off x="10306050" y="266700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8BB2B7"/>
                </a:solidFill>
              </a:defRPr>
            </a:pPr>
            <a:r>
              <a:rPr sz="1200" b="1">
                <a:solidFill>
                  <a:srgbClr val="8BB2B7"/>
                </a:solidFill>
              </a:rPr>
              <a:t>0%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EDBFFA-BD64-4358-BC23-BC19DE81B66F}"/>
              </a:ext>
            </a:extLst>
          </p:cNvPr>
          <p:cNvSpPr>
            <a:spLocks noGrp="1"/>
          </p:cNvSpPr>
          <p:nvPr/>
        </p:nvSpPr>
        <p:spPr>
          <a:xfrm>
            <a:off x="8886825" y="2924175"/>
            <a:ext cx="1943100" cy="76200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34AA84-6001-497D-8D3E-5F95DE1762DD}"/>
              </a:ext>
            </a:extLst>
          </p:cNvPr>
          <p:cNvSpPr>
            <a:spLocks noGrp="1"/>
          </p:cNvSpPr>
          <p:nvPr/>
        </p:nvSpPr>
        <p:spPr>
          <a:xfrm>
            <a:off x="8886825" y="2924175"/>
            <a:ext cx="0" cy="76200"/>
          </a:xfrm>
          <a:prstGeom prst="rect">
            <a:avLst/>
          </a:prstGeom>
          <a:solidFill>
            <a:srgbClr val="8BB2B7"/>
          </a:solidFill>
          <a:ln w="0">
            <a:solidFill>
              <a:srgbClr val="8BB2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941215-5DE9-4347-BC5C-0C39F5ADA59B}"/>
              </a:ext>
            </a:extLst>
          </p:cNvPr>
          <p:cNvSpPr>
            <a:spLocks noGrp="1"/>
          </p:cNvSpPr>
          <p:nvPr/>
        </p:nvSpPr>
        <p:spPr>
          <a:xfrm>
            <a:off x="8886825" y="3190875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8BB2B7"/>
                </a:solidFill>
              </a:defRPr>
            </a:pPr>
            <a:r>
              <a:rPr sz="1200" b="0">
                <a:solidFill>
                  <a:srgbClr val="8BB2B7"/>
                </a:solidFill>
              </a:rPr>
              <a:t>Normal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B8C50B-17FA-4FE7-85EE-8926CE052457}"/>
              </a:ext>
            </a:extLst>
          </p:cNvPr>
          <p:cNvSpPr>
            <a:spLocks noGrp="1"/>
          </p:cNvSpPr>
          <p:nvPr/>
        </p:nvSpPr>
        <p:spPr>
          <a:xfrm>
            <a:off x="10306050" y="319087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8BB2B7"/>
                </a:solidFill>
              </a:defRPr>
            </a:pPr>
            <a:r>
              <a:rPr sz="1200" b="1">
                <a:solidFill>
                  <a:srgbClr val="8BB2B7"/>
                </a:solidFill>
              </a:rPr>
              <a:t>14%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BE167F-32E5-4224-B8C0-943AEE362040}"/>
              </a:ext>
            </a:extLst>
          </p:cNvPr>
          <p:cNvSpPr>
            <a:spLocks noGrp="1"/>
          </p:cNvSpPr>
          <p:nvPr/>
        </p:nvSpPr>
        <p:spPr>
          <a:xfrm>
            <a:off x="8886825" y="3448050"/>
            <a:ext cx="1943100" cy="76200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2BE2C0-F224-4A7C-A1E1-312C3C4B888A}"/>
              </a:ext>
            </a:extLst>
          </p:cNvPr>
          <p:cNvSpPr>
            <a:spLocks noGrp="1"/>
          </p:cNvSpPr>
          <p:nvPr/>
        </p:nvSpPr>
        <p:spPr>
          <a:xfrm>
            <a:off x="8886825" y="3448050"/>
            <a:ext cx="272034" cy="76200"/>
          </a:xfrm>
          <a:prstGeom prst="rect">
            <a:avLst/>
          </a:prstGeom>
          <a:solidFill>
            <a:srgbClr val="238F89"/>
          </a:solidFill>
          <a:ln w="0">
            <a:solidFill>
              <a:srgbClr val="238F8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937BB2-7203-4C85-8414-F5574B136024}"/>
              </a:ext>
            </a:extLst>
          </p:cNvPr>
          <p:cNvSpPr>
            <a:spLocks noGrp="1"/>
          </p:cNvSpPr>
          <p:nvPr/>
        </p:nvSpPr>
        <p:spPr>
          <a:xfrm>
            <a:off x="8886825" y="371475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4F8F8"/>
                </a:solidFill>
              </a:defRPr>
            </a:pPr>
            <a:r>
              <a:rPr sz="1200" b="1">
                <a:solidFill>
                  <a:srgbClr val="F4F8F8"/>
                </a:solidFill>
              </a:rPr>
              <a:t>Reduced flow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548738-0A58-40C1-8D7E-FC60DFBA05BC}"/>
              </a:ext>
            </a:extLst>
          </p:cNvPr>
          <p:cNvSpPr>
            <a:spLocks noGrp="1"/>
          </p:cNvSpPr>
          <p:nvPr/>
        </p:nvSpPr>
        <p:spPr>
          <a:xfrm>
            <a:off x="10306050" y="37147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46D7CA"/>
                </a:solidFill>
              </a:defRPr>
            </a:pPr>
            <a:r>
              <a:rPr sz="1200" b="1">
                <a:solidFill>
                  <a:srgbClr val="46D7CA"/>
                </a:solidFill>
              </a:rPr>
              <a:t>84%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BF5C52-5077-4CBD-9540-4DC481FFD868}"/>
              </a:ext>
            </a:extLst>
          </p:cNvPr>
          <p:cNvSpPr>
            <a:spLocks noGrp="1"/>
          </p:cNvSpPr>
          <p:nvPr/>
        </p:nvSpPr>
        <p:spPr>
          <a:xfrm>
            <a:off x="8886825" y="3971925"/>
            <a:ext cx="1943100" cy="76200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3DB683-9600-440C-B27C-6707FA182AB4}"/>
              </a:ext>
            </a:extLst>
          </p:cNvPr>
          <p:cNvSpPr>
            <a:spLocks noGrp="1"/>
          </p:cNvSpPr>
          <p:nvPr/>
        </p:nvSpPr>
        <p:spPr>
          <a:xfrm>
            <a:off x="8886825" y="3971925"/>
            <a:ext cx="1632204" cy="7620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725F2B-E857-490A-972C-8AE4598F5F90}"/>
              </a:ext>
            </a:extLst>
          </p:cNvPr>
          <p:cNvSpPr>
            <a:spLocks noGrp="1"/>
          </p:cNvSpPr>
          <p:nvPr/>
        </p:nvSpPr>
        <p:spPr>
          <a:xfrm>
            <a:off x="8886825" y="4238625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8BB2B7"/>
                </a:solidFill>
              </a:defRPr>
            </a:pPr>
            <a:r>
              <a:rPr sz="1200" b="0">
                <a:solidFill>
                  <a:srgbClr val="8BB2B7"/>
                </a:solidFill>
              </a:rPr>
              <a:t>Stopped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82221B-474B-4D6D-91AB-461EAF8B22A5}"/>
              </a:ext>
            </a:extLst>
          </p:cNvPr>
          <p:cNvSpPr>
            <a:spLocks noGrp="1"/>
          </p:cNvSpPr>
          <p:nvPr/>
        </p:nvSpPr>
        <p:spPr>
          <a:xfrm>
            <a:off x="10306050" y="42386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8BB2B7"/>
                </a:solidFill>
              </a:defRPr>
            </a:pPr>
            <a:r>
              <a:rPr sz="1200" b="1">
                <a:solidFill>
                  <a:srgbClr val="8BB2B7"/>
                </a:solidFill>
              </a:rPr>
              <a:t>2%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6D5FC6-A926-47F5-8C4F-DE4DCAD3D711}"/>
              </a:ext>
            </a:extLst>
          </p:cNvPr>
          <p:cNvSpPr>
            <a:spLocks noGrp="1"/>
          </p:cNvSpPr>
          <p:nvPr/>
        </p:nvSpPr>
        <p:spPr>
          <a:xfrm>
            <a:off x="8886825" y="4495800"/>
            <a:ext cx="1943100" cy="76200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27A4AB-A3D9-470D-8CFB-487D5E35BDA4}"/>
              </a:ext>
            </a:extLst>
          </p:cNvPr>
          <p:cNvSpPr>
            <a:spLocks noGrp="1"/>
          </p:cNvSpPr>
          <p:nvPr/>
        </p:nvSpPr>
        <p:spPr>
          <a:xfrm>
            <a:off x="8886825" y="4495800"/>
            <a:ext cx="38862" cy="76200"/>
          </a:xfrm>
          <a:prstGeom prst="rect">
            <a:avLst/>
          </a:prstGeom>
          <a:solidFill>
            <a:srgbClr val="FF5B4D"/>
          </a:solidFill>
          <a:ln w="0">
            <a:solidFill>
              <a:srgbClr val="FF5B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488D9F-25E9-4885-812A-1D206F1B50BA}"/>
              </a:ext>
            </a:extLst>
          </p:cNvPr>
          <p:cNvSpPr>
            <a:spLocks noGrp="1"/>
          </p:cNvSpPr>
          <p:nvPr/>
        </p:nvSpPr>
        <p:spPr>
          <a:xfrm>
            <a:off x="8763000" y="4857750"/>
            <a:ext cx="2095500" cy="9525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0579AF-4E9D-4A7C-A7D4-8F47E57E8BDE}"/>
              </a:ext>
            </a:extLst>
          </p:cNvPr>
          <p:cNvSpPr>
            <a:spLocks noGrp="1"/>
          </p:cNvSpPr>
          <p:nvPr/>
        </p:nvSpPr>
        <p:spPr>
          <a:xfrm>
            <a:off x="8763000" y="509587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4F8F8"/>
                </a:solidFill>
              </a:defRPr>
            </a:pPr>
            <a:r>
              <a:rPr sz="2025" b="1">
                <a:solidFill>
                  <a:srgbClr val="F4F8F8"/>
                </a:solidFill>
              </a:rPr>
              <a:t>REDUCED FLOW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87B4A7-EBD1-4C91-B659-619597672FC1}"/>
              </a:ext>
            </a:extLst>
          </p:cNvPr>
          <p:cNvSpPr>
            <a:spLocks noGrp="1"/>
          </p:cNvSpPr>
          <p:nvPr/>
        </p:nvSpPr>
        <p:spPr>
          <a:xfrm>
            <a:off x="8762999" y="5524499"/>
            <a:ext cx="2238376" cy="495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46D7CA"/>
                </a:solidFill>
              </a:defRPr>
            </a:pPr>
            <a:r>
              <a:rPr sz="1350" b="1" dirty="0">
                <a:solidFill>
                  <a:srgbClr val="46D7CA"/>
                </a:solidFill>
              </a:rPr>
              <a:t>84% confidence</a:t>
            </a:r>
            <a:endParaRPr lang="en-GB" sz="1350" b="1" dirty="0">
              <a:solidFill>
                <a:srgbClr val="46D7CA"/>
              </a:solidFill>
            </a:endParaRPr>
          </a:p>
          <a:p>
            <a:pPr algn="ctr">
              <a:defRPr sz="1350" b="1">
                <a:solidFill>
                  <a:srgbClr val="46D7CA"/>
                </a:solidFill>
              </a:defRPr>
            </a:pPr>
            <a:r>
              <a:rPr lang="en-GB" sz="1350" b="1" dirty="0"/>
              <a:t>✅ End-to-end pipeline completed</a:t>
            </a:r>
            <a:endParaRPr sz="1350" b="1" dirty="0">
              <a:solidFill>
                <a:srgbClr val="46D7CA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3EA8820-6D5E-413F-B88C-686E26BEC031}"/>
              </a:ext>
            </a:extLst>
          </p:cNvPr>
          <p:cNvSpPr>
            <a:spLocks noGrp="1"/>
          </p:cNvSpPr>
          <p:nvPr/>
        </p:nvSpPr>
        <p:spPr>
          <a:xfrm>
            <a:off x="457200" y="6334125"/>
            <a:ext cx="7639050" cy="514350"/>
          </a:xfrm>
          <a:prstGeom prst="roundRect">
            <a:avLst>
              <a:gd name="adj" fmla="val 14815"/>
            </a:avLst>
          </a:prstGeom>
          <a:solidFill>
            <a:srgbClr val="081820"/>
          </a:solidFill>
          <a:ln w="9525">
            <a:solidFill>
              <a:srgbClr val="238F8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F56C97-F74C-4916-9FD0-AD2522AA9F00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46D7CA"/>
                </a:solidFill>
              </a:defRPr>
            </a:pPr>
            <a:r>
              <a:rPr lang="en-GB" sz="1350" dirty="0">
                <a:solidFill>
                  <a:srgbClr val="46D7CA"/>
                </a:solidFill>
              </a:rPr>
              <a:t>Physics-informed synthetic data </a:t>
            </a:r>
            <a:r>
              <a:rPr lang="en-GB" sz="1350" dirty="0">
                <a:solidFill>
                  <a:srgbClr val="46D7CA"/>
                </a:solidFill>
                <a:sym typeface="Wingdings" panose="05000000000000000000" pitchFamily="2" charset="2"/>
              </a:rPr>
              <a:t> AI Classifier</a:t>
            </a:r>
            <a:endParaRPr sz="1350" b="0" dirty="0">
              <a:solidFill>
                <a:srgbClr val="46D7CA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868D236-F5E5-4F3E-A253-F347C24A6EB6}"/>
              </a:ext>
            </a:extLst>
          </p:cNvPr>
          <p:cNvSpPr>
            <a:spLocks noGrp="1"/>
          </p:cNvSpPr>
          <p:nvPr/>
        </p:nvSpPr>
        <p:spPr>
          <a:xfrm>
            <a:off x="8524875" y="6410325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5B4D"/>
                </a:solidFill>
              </a:defRPr>
            </a:pPr>
            <a:r>
              <a:rPr lang="en-GB" sz="1125" b="1" dirty="0">
                <a:solidFill>
                  <a:srgbClr val="FF5B4D"/>
                </a:solidFill>
              </a:rPr>
              <a:t>Validated on synthetic data generated from a physics-informed flow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1E9820F-ADF6-48C2-B908-2C36B172B1B8}"/>
              </a:ext>
            </a:extLst>
          </p:cNvPr>
          <p:cNvSpPr>
            <a:spLocks noGrp="1"/>
          </p:cNvSpPr>
          <p:nvPr/>
        </p:nvSpPr>
        <p:spPr>
          <a:xfrm>
            <a:off x="8620125" y="6762322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BB2B7"/>
                </a:solidFill>
              </a:defRPr>
            </a:pPr>
            <a:r>
              <a:rPr lang="en-GB" sz="1125" b="0" dirty="0">
                <a:solidFill>
                  <a:srgbClr val="8BB2B7"/>
                </a:solidFill>
              </a:rPr>
              <a:t>NEXT Milestone: validation using physical tubing experiments</a:t>
            </a:r>
            <a:endParaRPr sz="1125" b="0" dirty="0">
              <a:solidFill>
                <a:srgbClr val="8BB2B7"/>
              </a:solidFill>
            </a:endParaRPr>
          </a:p>
        </p:txBody>
      </p:sp>
      <p:pic>
        <p:nvPicPr>
          <p:cNvPr id="50" name="Audio 49">
            <a:hlinkClick r:id="" action="ppaction://media"/>
            <a:extLst>
              <a:ext uri="{FF2B5EF4-FFF2-40B4-BE49-F238E27FC236}">
                <a16:creationId xmlns:a16="http://schemas.microsoft.com/office/drawing/2014/main" id="{C2E822FD-E190-D94C-1531-B11E17ED41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91908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485"/>
    </mc:Choice>
    <mc:Fallback>
      <p:transition spd="slow" advTm="324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18A058F-BB8C-4092-A043-7A50DBB128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100" cy="771525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85C4-0A00-49B8-B45F-C4F5C2705F6D}"/>
              </a:ext>
            </a:extLst>
          </p:cNvPr>
          <p:cNvSpPr>
            <a:spLocks noGrp="1"/>
          </p:cNvSpPr>
          <p:nvPr/>
        </p:nvSpPr>
        <p:spPr>
          <a:xfrm>
            <a:off x="0" y="7677150"/>
            <a:ext cx="11582400" cy="3810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CDC081-B3B6-4649-9390-3C0F049BB27F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6D7CA"/>
                </a:solidFill>
              </a:defRPr>
            </a:pPr>
            <a:r>
              <a:rPr sz="975" b="1">
                <a:solidFill>
                  <a:srgbClr val="46D7CA"/>
                </a:solidFill>
              </a:rPr>
              <a:t>06  —  VALIDATION &amp; IMPACT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E97AF-B0EE-4BF5-96F5-87713E1E6026}"/>
              </a:ext>
            </a:extLst>
          </p:cNvPr>
          <p:cNvSpPr>
            <a:spLocks noGrp="1"/>
          </p:cNvSpPr>
          <p:nvPr/>
        </p:nvSpPr>
        <p:spPr>
          <a:xfrm>
            <a:off x="8858250" y="73342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8BB2B7"/>
                </a:solidFill>
              </a:defRPr>
            </a:pPr>
            <a:r>
              <a:rPr sz="825" b="0">
                <a:solidFill>
                  <a:srgbClr val="8BB2B7"/>
                </a:solidFill>
              </a:rPr>
              <a:t>ECHOFLOW AI    06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47FFDF-6247-4732-9DB1-41A97158776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63423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F4F8F8"/>
                </a:solidFill>
              </a:defRPr>
            </a:pPr>
            <a:r>
              <a:rPr lang="en-GB" sz="3300" b="1" dirty="0">
                <a:solidFill>
                  <a:srgbClr val="F4F8F8"/>
                </a:solidFill>
              </a:rPr>
              <a:t>THE NEXT STEP: TURNING A PROTOTYPE TO CLINICAL IMPACT</a:t>
            </a:r>
            <a:endParaRPr sz="3300" b="1" dirty="0">
              <a:solidFill>
                <a:srgbClr val="F4F8F8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C5B69E-170B-4092-A67A-1605A5495554}"/>
              </a:ext>
            </a:extLst>
          </p:cNvPr>
          <p:cNvSpPr>
            <a:spLocks noGrp="1"/>
          </p:cNvSpPr>
          <p:nvPr/>
        </p:nvSpPr>
        <p:spPr>
          <a:xfrm>
            <a:off x="419100" y="11811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8BB2B7"/>
                </a:solidFill>
              </a:defRPr>
            </a:pPr>
            <a:r>
              <a:rPr lang="en-GB" sz="1500" b="0" dirty="0">
                <a:solidFill>
                  <a:srgbClr val="8BB2B7"/>
                </a:solidFill>
              </a:rPr>
              <a:t>Our MVP demonstrates technical feasibility</a:t>
            </a:r>
            <a:r>
              <a:rPr sz="1500" b="0" dirty="0">
                <a:solidFill>
                  <a:srgbClr val="8BB2B7"/>
                </a:solidFill>
              </a:rPr>
              <a:t>.</a:t>
            </a:r>
            <a:r>
              <a:rPr lang="en-GB" sz="1500" b="0" dirty="0">
                <a:solidFill>
                  <a:srgbClr val="8BB2B7"/>
                </a:solidFill>
              </a:rPr>
              <a:t> The next milestone is real-world validation.</a:t>
            </a:r>
            <a:endParaRPr sz="1500" b="0" dirty="0">
              <a:solidFill>
                <a:srgbClr val="8BB2B7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211750-1D8E-4C60-B0E9-951692031298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6619875" cy="4286250"/>
          </a:xfrm>
          <a:prstGeom prst="roundRect">
            <a:avLst>
              <a:gd name="adj" fmla="val 1778"/>
            </a:avLst>
          </a:prstGeom>
          <a:solidFill>
            <a:srgbClr val="F5F8F9"/>
          </a:solidFill>
          <a:ln w="9525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3400" y="2089845"/>
            <a:ext cx="6353175" cy="357366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E668F95-EFDE-4461-9933-1589676A11D8}"/>
              </a:ext>
            </a:extLst>
          </p:cNvPr>
          <p:cNvSpPr>
            <a:spLocks noGrp="1"/>
          </p:cNvSpPr>
          <p:nvPr/>
        </p:nvSpPr>
        <p:spPr>
          <a:xfrm>
            <a:off x="7448550" y="1952625"/>
            <a:ext cx="400050" cy="400050"/>
          </a:xfrm>
          <a:prstGeom prst="ellipse">
            <a:avLst/>
          </a:prstGeom>
          <a:solidFill>
            <a:srgbClr val="46D7CA"/>
          </a:solidFill>
          <a:ln w="9525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DF2D46-B438-4B82-9EA6-AEE5C5BFFD16}"/>
              </a:ext>
            </a:extLst>
          </p:cNvPr>
          <p:cNvSpPr>
            <a:spLocks noGrp="1"/>
          </p:cNvSpPr>
          <p:nvPr/>
        </p:nvSpPr>
        <p:spPr>
          <a:xfrm>
            <a:off x="7448550" y="1952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61D25"/>
                </a:solidFill>
              </a:defRPr>
            </a:pPr>
            <a:r>
              <a:rPr sz="1425" b="1">
                <a:solidFill>
                  <a:srgbClr val="061D25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BA6AB-AE28-4C92-9F5E-7AB414D4BFFC}"/>
              </a:ext>
            </a:extLst>
          </p:cNvPr>
          <p:cNvSpPr>
            <a:spLocks noGrp="1"/>
          </p:cNvSpPr>
          <p:nvPr/>
        </p:nvSpPr>
        <p:spPr>
          <a:xfrm>
            <a:off x="8020050" y="1924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8F8"/>
                </a:solidFill>
              </a:defRPr>
            </a:pPr>
            <a:r>
              <a:rPr lang="en-GB" sz="1500" b="1" dirty="0">
                <a:solidFill>
                  <a:srgbClr val="F4F8F8"/>
                </a:solidFill>
              </a:rPr>
              <a:t>CURRENT MVP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9ACAD9-5774-4513-AF03-665A86E427DC}"/>
              </a:ext>
            </a:extLst>
          </p:cNvPr>
          <p:cNvSpPr>
            <a:spLocks noGrp="1"/>
          </p:cNvSpPr>
          <p:nvPr/>
        </p:nvSpPr>
        <p:spPr>
          <a:xfrm>
            <a:off x="8020050" y="22288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8BB2B7"/>
                </a:solidFill>
              </a:defRPr>
            </a:pPr>
            <a:r>
              <a:rPr sz="1200" b="0">
                <a:solidFill>
                  <a:srgbClr val="8BB2B7"/>
                </a:solidFill>
              </a:rPr>
              <a:t>Synthetic four-state classifier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EA1B00C-C8B4-44E9-8690-527422DEF9FB}"/>
              </a:ext>
            </a:extLst>
          </p:cNvPr>
          <p:cNvSpPr>
            <a:spLocks noGrp="1"/>
          </p:cNvSpPr>
          <p:nvPr/>
        </p:nvSpPr>
        <p:spPr>
          <a:xfrm>
            <a:off x="7448550" y="3095625"/>
            <a:ext cx="400050" cy="400050"/>
          </a:xfrm>
          <a:prstGeom prst="ellipse">
            <a:avLst/>
          </a:prstGeom>
          <a:solidFill>
            <a:srgbClr val="46D7CA"/>
          </a:solidFill>
          <a:ln w="9525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469D6F-FE75-46D0-AE1B-2A6D87600639}"/>
              </a:ext>
            </a:extLst>
          </p:cNvPr>
          <p:cNvSpPr>
            <a:spLocks noGrp="1"/>
          </p:cNvSpPr>
          <p:nvPr/>
        </p:nvSpPr>
        <p:spPr>
          <a:xfrm>
            <a:off x="7448550" y="3095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61D25"/>
                </a:solidFill>
              </a:defRPr>
            </a:pPr>
            <a:r>
              <a:rPr sz="1425" b="1">
                <a:solidFill>
                  <a:srgbClr val="061D25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EAEAF5-EAD3-4257-96F3-7DC68D4E39A3}"/>
              </a:ext>
            </a:extLst>
          </p:cNvPr>
          <p:cNvSpPr>
            <a:spLocks noGrp="1"/>
          </p:cNvSpPr>
          <p:nvPr/>
        </p:nvSpPr>
        <p:spPr>
          <a:xfrm>
            <a:off x="8020050" y="3067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8F8"/>
                </a:solidFill>
              </a:defRPr>
            </a:pPr>
            <a:r>
              <a:rPr lang="en-GB" sz="1500" b="1" dirty="0">
                <a:solidFill>
                  <a:srgbClr val="F4F8F8"/>
                </a:solidFill>
              </a:rPr>
              <a:t>BENCH VALIDATION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504E4E-93F6-40AD-BE59-DB1D7F02B458}"/>
              </a:ext>
            </a:extLst>
          </p:cNvPr>
          <p:cNvSpPr>
            <a:spLocks noGrp="1"/>
          </p:cNvSpPr>
          <p:nvPr/>
        </p:nvSpPr>
        <p:spPr>
          <a:xfrm>
            <a:off x="8020050" y="33718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8BB2B7"/>
                </a:solidFill>
              </a:defRPr>
            </a:pPr>
            <a:r>
              <a:rPr sz="1200" b="0">
                <a:solidFill>
                  <a:srgbClr val="8BB2B7"/>
                </a:solidFill>
              </a:rPr>
              <a:t>Repeated generic-tubing trials with held-out recordings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F723AA-7DB0-43CA-B904-1C137592DD32}"/>
              </a:ext>
            </a:extLst>
          </p:cNvPr>
          <p:cNvSpPr>
            <a:spLocks noGrp="1"/>
          </p:cNvSpPr>
          <p:nvPr/>
        </p:nvSpPr>
        <p:spPr>
          <a:xfrm>
            <a:off x="7448550" y="4238625"/>
            <a:ext cx="400050" cy="400050"/>
          </a:xfrm>
          <a:prstGeom prst="ellipse">
            <a:avLst/>
          </a:prstGeom>
          <a:solidFill>
            <a:srgbClr val="FFB000"/>
          </a:solidFill>
          <a:ln w="9525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C1318-A12A-41F7-BD5B-1B9AA16C66C4}"/>
              </a:ext>
            </a:extLst>
          </p:cNvPr>
          <p:cNvSpPr>
            <a:spLocks noGrp="1"/>
          </p:cNvSpPr>
          <p:nvPr/>
        </p:nvSpPr>
        <p:spPr>
          <a:xfrm>
            <a:off x="7448550" y="4238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61D25"/>
                </a:solidFill>
              </a:defRPr>
            </a:pPr>
            <a:r>
              <a:rPr sz="1425" b="1">
                <a:solidFill>
                  <a:srgbClr val="061D25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38ADF1-B7B9-47E1-A6A4-88D6C5F35713}"/>
              </a:ext>
            </a:extLst>
          </p:cNvPr>
          <p:cNvSpPr>
            <a:spLocks noGrp="1"/>
          </p:cNvSpPr>
          <p:nvPr/>
        </p:nvSpPr>
        <p:spPr>
          <a:xfrm>
            <a:off x="8020050" y="4210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8F8"/>
                </a:solidFill>
              </a:defRPr>
            </a:pPr>
            <a:r>
              <a:rPr lang="en-GB" sz="1500" b="1" dirty="0">
                <a:solidFill>
                  <a:srgbClr val="F4F8F8"/>
                </a:solidFill>
              </a:rPr>
              <a:t>CLINICAL VALIDATION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20038-61D5-4606-9B6A-46CD28E15581}"/>
              </a:ext>
            </a:extLst>
          </p:cNvPr>
          <p:cNvSpPr>
            <a:spLocks noGrp="1"/>
          </p:cNvSpPr>
          <p:nvPr/>
        </p:nvSpPr>
        <p:spPr>
          <a:xfrm>
            <a:off x="8020050" y="45148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8BB2B7"/>
                </a:solidFill>
              </a:defRPr>
            </a:pPr>
            <a:r>
              <a:rPr sz="1200" b="0">
                <a:solidFill>
                  <a:srgbClr val="8BB2B7"/>
                </a:solidFill>
              </a:rPr>
              <a:t>PD-specific data, user research and clinical study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E161052-A91D-4368-B9BB-C277660BB064}"/>
              </a:ext>
            </a:extLst>
          </p:cNvPr>
          <p:cNvSpPr>
            <a:spLocks noGrp="1"/>
          </p:cNvSpPr>
          <p:nvPr/>
        </p:nvSpPr>
        <p:spPr>
          <a:xfrm>
            <a:off x="7448550" y="5381625"/>
            <a:ext cx="400050" cy="400050"/>
          </a:xfrm>
          <a:prstGeom prst="ellipse">
            <a:avLst/>
          </a:prstGeom>
          <a:solidFill>
            <a:srgbClr val="FF5B4D"/>
          </a:solidFill>
          <a:ln w="9525">
            <a:solidFill>
              <a:srgbClr val="FF5B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F113FA-0452-4FC0-8293-561679E9D2E0}"/>
              </a:ext>
            </a:extLst>
          </p:cNvPr>
          <p:cNvSpPr>
            <a:spLocks noGrp="1"/>
          </p:cNvSpPr>
          <p:nvPr/>
        </p:nvSpPr>
        <p:spPr>
          <a:xfrm>
            <a:off x="7448550" y="5381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61D25"/>
                </a:solidFill>
              </a:defRPr>
            </a:pPr>
            <a:r>
              <a:rPr sz="1425" b="1">
                <a:solidFill>
                  <a:srgbClr val="061D25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6AFE70-3ACF-4725-8F75-90E9AEE35E0A}"/>
              </a:ext>
            </a:extLst>
          </p:cNvPr>
          <p:cNvSpPr>
            <a:spLocks noGrp="1"/>
          </p:cNvSpPr>
          <p:nvPr/>
        </p:nvSpPr>
        <p:spPr>
          <a:xfrm>
            <a:off x="8020050" y="5353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8F8"/>
                </a:solidFill>
              </a:defRPr>
            </a:pPr>
            <a:r>
              <a:rPr lang="en-GB" sz="1500" b="1" dirty="0">
                <a:solidFill>
                  <a:srgbClr val="F4F8F8"/>
                </a:solidFill>
              </a:rPr>
              <a:t>REGULATORY READINESS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1D3552-C894-4BCB-9E80-E83FC088CC02}"/>
              </a:ext>
            </a:extLst>
          </p:cNvPr>
          <p:cNvSpPr>
            <a:spLocks noGrp="1"/>
          </p:cNvSpPr>
          <p:nvPr/>
        </p:nvSpPr>
        <p:spPr>
          <a:xfrm>
            <a:off x="8020050" y="56578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8BB2B7"/>
                </a:solidFill>
              </a:defRPr>
            </a:pPr>
            <a:r>
              <a:rPr lang="en-GB" sz="1200" dirty="0">
                <a:solidFill>
                  <a:srgbClr val="8BB2B7"/>
                </a:solidFill>
              </a:rPr>
              <a:t>Privacy and security, s</a:t>
            </a:r>
            <a:r>
              <a:rPr sz="1200" b="0" dirty="0" err="1">
                <a:solidFill>
                  <a:srgbClr val="8BB2B7"/>
                </a:solidFill>
              </a:rPr>
              <a:t>afety</a:t>
            </a:r>
            <a:r>
              <a:rPr lang="en-GB" sz="1200" dirty="0">
                <a:solidFill>
                  <a:srgbClr val="8BB2B7"/>
                </a:solidFill>
              </a:rPr>
              <a:t> and </a:t>
            </a:r>
            <a:r>
              <a:rPr sz="1200" b="0" dirty="0">
                <a:solidFill>
                  <a:srgbClr val="8BB2B7"/>
                </a:solidFill>
              </a:rPr>
              <a:t>performance</a:t>
            </a:r>
            <a:r>
              <a:rPr lang="en-GB" sz="1200" b="0" dirty="0">
                <a:solidFill>
                  <a:srgbClr val="8BB2B7"/>
                </a:solidFill>
              </a:rPr>
              <a:t>,</a:t>
            </a:r>
            <a:r>
              <a:rPr sz="1200" b="0" dirty="0">
                <a:solidFill>
                  <a:srgbClr val="8BB2B7"/>
                </a:solidFill>
              </a:rPr>
              <a:t> and regulatory </a:t>
            </a:r>
            <a:r>
              <a:rPr lang="en-GB" sz="1200" b="0" dirty="0">
                <a:solidFill>
                  <a:srgbClr val="8BB2B7"/>
                </a:solidFill>
              </a:rPr>
              <a:t>approval</a:t>
            </a:r>
            <a:endParaRPr sz="1200" b="0" dirty="0">
              <a:solidFill>
                <a:srgbClr val="8BB2B7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9C43F05-5536-4C00-82EF-9413B3BFF867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10458450" cy="590550"/>
          </a:xfrm>
          <a:prstGeom prst="roundRect">
            <a:avLst>
              <a:gd name="adj" fmla="val 12903"/>
            </a:avLst>
          </a:prstGeom>
          <a:solidFill>
            <a:srgbClr val="103842"/>
          </a:solidFill>
          <a:ln w="9525">
            <a:solidFill>
              <a:srgbClr val="238F8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94CD79-D6D9-42AF-8989-D9677BF14E23}"/>
              </a:ext>
            </a:extLst>
          </p:cNvPr>
          <p:cNvSpPr>
            <a:spLocks noGrp="1"/>
          </p:cNvSpPr>
          <p:nvPr/>
        </p:nvSpPr>
        <p:spPr>
          <a:xfrm>
            <a:off x="590550" y="6305550"/>
            <a:ext cx="1952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46D7CA"/>
                </a:solidFill>
              </a:defRPr>
            </a:pPr>
            <a:r>
              <a:rPr sz="1050" b="1">
                <a:solidFill>
                  <a:srgbClr val="46D7CA"/>
                </a:solidFill>
              </a:rPr>
              <a:t>IMPACT HYPOTHESIS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F4DC0A-9718-4685-B7B8-E6353B85BD9D}"/>
              </a:ext>
            </a:extLst>
          </p:cNvPr>
          <p:cNvSpPr>
            <a:spLocks noGrp="1"/>
          </p:cNvSpPr>
          <p:nvPr/>
        </p:nvSpPr>
        <p:spPr>
          <a:xfrm>
            <a:off x="2571750" y="6305550"/>
            <a:ext cx="8048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sz="1500" b="1" dirty="0">
                <a:solidFill>
                  <a:srgbClr val="F4F8F8"/>
                </a:solidFill>
              </a:rPr>
              <a:t>Earlier </a:t>
            </a:r>
            <a:r>
              <a:rPr lang="en-GB" sz="1500" b="1" dirty="0">
                <a:solidFill>
                  <a:srgbClr val="F4F8F8"/>
                </a:solidFill>
              </a:rPr>
              <a:t>detection </a:t>
            </a:r>
            <a:r>
              <a:rPr sz="1500" b="1" dirty="0">
                <a:solidFill>
                  <a:srgbClr val="F4F8F8"/>
                </a:solidFill>
              </a:rPr>
              <a:t>|  </a:t>
            </a:r>
            <a:r>
              <a:rPr lang="en-GB" sz="1500" b="1" dirty="0">
                <a:solidFill>
                  <a:srgbClr val="F4F8F8"/>
                </a:solidFill>
              </a:rPr>
              <a:t>Earlier </a:t>
            </a:r>
            <a:r>
              <a:rPr sz="1500" b="1" dirty="0">
                <a:solidFill>
                  <a:srgbClr val="F4F8F8"/>
                </a:solidFill>
              </a:rPr>
              <a:t>action  |  </a:t>
            </a:r>
            <a:r>
              <a:rPr lang="en-GB" sz="1500" b="1" dirty="0">
                <a:solidFill>
                  <a:srgbClr val="F4F8F8"/>
                </a:solidFill>
              </a:rPr>
              <a:t>Better patient outcomes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AA0E54-41DD-44A8-91A9-1A094E52095B}"/>
              </a:ext>
            </a:extLst>
          </p:cNvPr>
          <p:cNvSpPr>
            <a:spLocks noGrp="1"/>
          </p:cNvSpPr>
          <p:nvPr/>
        </p:nvSpPr>
        <p:spPr>
          <a:xfrm>
            <a:off x="400050" y="6953250"/>
            <a:ext cx="1045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8BB2B7"/>
                </a:solidFill>
              </a:defRPr>
            </a:pPr>
            <a:r>
              <a:rPr sz="975" b="0">
                <a:solidFill>
                  <a:srgbClr val="8BB2B7"/>
                </a:solidFill>
              </a:rPr>
              <a:t>These are intended outcomes, not results demonstrated by the synthetic MVP.</a:t>
            </a:r>
          </a:p>
        </p:txBody>
      </p:sp>
      <p:pic>
        <p:nvPicPr>
          <p:cNvPr id="39" name="Audio 38">
            <a:hlinkClick r:id="" action="ppaction://media"/>
            <a:extLst>
              <a:ext uri="{FF2B5EF4-FFF2-40B4-BE49-F238E27FC236}">
                <a16:creationId xmlns:a16="http://schemas.microsoft.com/office/drawing/2014/main" id="{28B33083-6354-4DC5-324A-F28A15A473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24266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50"/>
    </mc:Choice>
    <mc:Fallback>
      <p:transition spd="slow" advTm="230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8461506-404E-4A6F-8493-3F9A517D74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100" cy="771525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AD9780-B075-4655-BA94-37B18B759E0A}"/>
              </a:ext>
            </a:extLst>
          </p:cNvPr>
          <p:cNvSpPr>
            <a:spLocks noGrp="1"/>
          </p:cNvSpPr>
          <p:nvPr/>
        </p:nvSpPr>
        <p:spPr>
          <a:xfrm>
            <a:off x="0" y="7677150"/>
            <a:ext cx="11582400" cy="3810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0D6E06-FB8B-4B02-8612-C9112D94CEC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6D7CA"/>
                </a:solidFill>
              </a:defRPr>
            </a:pPr>
            <a:r>
              <a:rPr sz="975" b="1">
                <a:solidFill>
                  <a:srgbClr val="46D7CA"/>
                </a:solidFill>
              </a:rPr>
              <a:t>07  —  BUSINESS &amp; NEXT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0C6181-B990-4943-B605-09AA0DB7BAC6}"/>
              </a:ext>
            </a:extLst>
          </p:cNvPr>
          <p:cNvSpPr>
            <a:spLocks noGrp="1"/>
          </p:cNvSpPr>
          <p:nvPr/>
        </p:nvSpPr>
        <p:spPr>
          <a:xfrm>
            <a:off x="8858250" y="73342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8BB2B7"/>
                </a:solidFill>
              </a:defRPr>
            </a:pPr>
            <a:r>
              <a:rPr sz="825" b="0">
                <a:solidFill>
                  <a:srgbClr val="8BB2B7"/>
                </a:solidFill>
              </a:rPr>
              <a:t>ECHOFLOW AI    07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736B4C-DA8F-4C5F-8997-379AEB5656A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715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F4F8F8"/>
                </a:solidFill>
              </a:defRPr>
            </a:pPr>
            <a:r>
              <a:rPr sz="3300" b="1">
                <a:solidFill>
                  <a:srgbClr val="F4F8F8"/>
                </a:solidFill>
              </a:rPr>
              <a:t>A 12-MONTH PLAN TURNS THE CONCEPT INTO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193628-CF88-4065-8E8F-6CEFDF066183}"/>
              </a:ext>
            </a:extLst>
          </p:cNvPr>
          <p:cNvSpPr>
            <a:spLocks noGrp="1"/>
          </p:cNvSpPr>
          <p:nvPr/>
        </p:nvSpPr>
        <p:spPr>
          <a:xfrm>
            <a:off x="419100" y="11811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8BB2B7"/>
                </a:solidFill>
              </a:defRPr>
            </a:pPr>
            <a:r>
              <a:rPr sz="1500" b="0">
                <a:solidFill>
                  <a:srgbClr val="8BB2B7"/>
                </a:solidFill>
              </a:rPr>
              <a:t>A reusable device model creates value only if technical and workflow validation succeed.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2D9A85-7269-4F54-AA50-F1DED5E071A6}"/>
              </a:ext>
            </a:extLst>
          </p:cNvPr>
          <p:cNvSpPr>
            <a:spLocks noGrp="1"/>
          </p:cNvSpPr>
          <p:nvPr/>
        </p:nvSpPr>
        <p:spPr>
          <a:xfrm>
            <a:off x="400050" y="1771650"/>
            <a:ext cx="3381375" cy="4000500"/>
          </a:xfrm>
          <a:prstGeom prst="roundRect">
            <a:avLst>
              <a:gd name="adj" fmla="val 2254"/>
            </a:avLst>
          </a:prstGeom>
          <a:solidFill>
            <a:srgbClr val="103842"/>
          </a:solidFill>
          <a:ln w="9525">
            <a:solidFill>
              <a:srgbClr val="238F8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FA4246-7936-46DE-8835-EC774ED7C8FA}"/>
              </a:ext>
            </a:extLst>
          </p:cNvPr>
          <p:cNvSpPr>
            <a:spLocks noGrp="1"/>
          </p:cNvSpPr>
          <p:nvPr/>
        </p:nvSpPr>
        <p:spPr>
          <a:xfrm>
            <a:off x="609600" y="19335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46D7CA"/>
                </a:solidFill>
              </a:defRPr>
            </a:pPr>
            <a:r>
              <a:rPr sz="1125" b="1">
                <a:solidFill>
                  <a:srgbClr val="46D7CA"/>
                </a:solidFill>
              </a:rPr>
              <a:t>BUSINESS 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62A3BD-1E26-4661-9B7B-7FD57C042546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8BB2B7"/>
                </a:solidFill>
              </a:defRPr>
            </a:pPr>
            <a:r>
              <a:rPr sz="975" b="1">
                <a:solidFill>
                  <a:srgbClr val="8BB2B7"/>
                </a:solidFill>
              </a:rPr>
              <a:t>CUSTOMER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79780E-6F06-4078-BD5D-EE1FB917E511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F8F8"/>
                </a:solidFill>
              </a:defRPr>
            </a:pPr>
            <a:r>
              <a:rPr sz="1650" b="1" dirty="0">
                <a:solidFill>
                  <a:srgbClr val="F4F8F8"/>
                </a:solidFill>
              </a:rPr>
              <a:t>PD providers and </a:t>
            </a:r>
            <a:r>
              <a:rPr lang="en-GB" sz="1650" b="1" dirty="0">
                <a:solidFill>
                  <a:srgbClr val="F4F8F8"/>
                </a:solidFill>
              </a:rPr>
              <a:t>dialysis- </a:t>
            </a:r>
            <a:r>
              <a:rPr sz="1650" b="1" dirty="0">
                <a:solidFill>
                  <a:srgbClr val="F4F8F8"/>
                </a:solidFill>
              </a:rPr>
              <a:t>device manufacturers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005BD3-D5A2-40AE-A3C1-4467EF7CD67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8BB2B7"/>
                </a:solidFill>
              </a:defRPr>
            </a:pPr>
            <a:r>
              <a:rPr sz="975" b="1">
                <a:solidFill>
                  <a:srgbClr val="8BB2B7"/>
                </a:solidFill>
              </a:rPr>
              <a:t>OFFER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14AAB3-12E5-4DCB-8C23-C458F10E63F8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F8F8"/>
                </a:solidFill>
              </a:defRPr>
            </a:pPr>
            <a:r>
              <a:rPr sz="1650" b="1">
                <a:solidFill>
                  <a:srgbClr val="F4F8F8"/>
                </a:solidFill>
              </a:rPr>
              <a:t>Reusable sensor + software + implementation support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A05E38-1A1D-4A0E-806E-89217A2B4E7B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8BB2B7"/>
                </a:solidFill>
              </a:defRPr>
            </a:pPr>
            <a:r>
              <a:rPr sz="975" b="1">
                <a:solidFill>
                  <a:srgbClr val="8BB2B7"/>
                </a:solidFill>
              </a:rPr>
              <a:t>VALUE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F6D01C-1A35-4688-84C6-54FEFA92CB4E}"/>
              </a:ext>
            </a:extLst>
          </p:cNvPr>
          <p:cNvSpPr>
            <a:spLocks noGrp="1"/>
          </p:cNvSpPr>
          <p:nvPr/>
        </p:nvSpPr>
        <p:spPr>
          <a:xfrm>
            <a:off x="609600" y="4743449"/>
            <a:ext cx="29146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8F8"/>
                </a:solidFill>
              </a:defRPr>
            </a:pPr>
            <a:r>
              <a:rPr sz="1575" b="1" dirty="0">
                <a:solidFill>
                  <a:srgbClr val="F4F8F8"/>
                </a:solidFill>
              </a:rPr>
              <a:t>Earlier </a:t>
            </a:r>
            <a:r>
              <a:rPr lang="en-GB" sz="1575" b="1" dirty="0">
                <a:solidFill>
                  <a:srgbClr val="F4F8F8"/>
                </a:solidFill>
              </a:rPr>
              <a:t>flow-state awareness using existing manual PD equipment</a:t>
            </a:r>
            <a:endParaRPr sz="1575" b="1" dirty="0">
              <a:solidFill>
                <a:srgbClr val="F4F8F8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91C10B-11FB-48D2-8EC6-E8AF794C015F}"/>
              </a:ext>
            </a:extLst>
          </p:cNvPr>
          <p:cNvSpPr>
            <a:spLocks noGrp="1"/>
          </p:cNvSpPr>
          <p:nvPr/>
        </p:nvSpPr>
        <p:spPr>
          <a:xfrm>
            <a:off x="4029075" y="1771650"/>
            <a:ext cx="4514850" cy="4000500"/>
          </a:xfrm>
          <a:prstGeom prst="roundRect">
            <a:avLst>
              <a:gd name="adj" fmla="val 1905"/>
            </a:avLst>
          </a:prstGeom>
          <a:solidFill>
            <a:srgbClr val="0C3038"/>
          </a:solidFill>
          <a:ln w="9525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6CDEF7-EEB5-438A-BED2-14812991C593}"/>
              </a:ext>
            </a:extLst>
          </p:cNvPr>
          <p:cNvSpPr>
            <a:spLocks noGrp="1"/>
          </p:cNvSpPr>
          <p:nvPr/>
        </p:nvSpPr>
        <p:spPr>
          <a:xfrm>
            <a:off x="4257675" y="19335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FFB000"/>
                </a:solidFill>
              </a:defRPr>
            </a:pPr>
            <a:r>
              <a:rPr sz="1125" b="1">
                <a:solidFill>
                  <a:srgbClr val="FFB000"/>
                </a:solidFill>
              </a:rPr>
              <a:t>NEXT 12 MONTHS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7DF9C0-F6EE-4D99-A4C7-6623D5D4BCDD}"/>
              </a:ext>
            </a:extLst>
          </p:cNvPr>
          <p:cNvSpPr>
            <a:spLocks noGrp="1"/>
          </p:cNvSpPr>
          <p:nvPr/>
        </p:nvSpPr>
        <p:spPr>
          <a:xfrm>
            <a:off x="4267200" y="2381250"/>
            <a:ext cx="457200" cy="457200"/>
          </a:xfrm>
          <a:prstGeom prst="ellipse">
            <a:avLst/>
          </a:prstGeom>
          <a:solidFill>
            <a:srgbClr val="46D7CA"/>
          </a:solidFill>
          <a:ln w="9525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82713D-AFEB-4655-8224-0FBA8C1DF40A}"/>
              </a:ext>
            </a:extLst>
          </p:cNvPr>
          <p:cNvSpPr>
            <a:spLocks noGrp="1"/>
          </p:cNvSpPr>
          <p:nvPr/>
        </p:nvSpPr>
        <p:spPr>
          <a:xfrm>
            <a:off x="4267200" y="23812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61D25"/>
                </a:solidFill>
              </a:defRPr>
            </a:pPr>
            <a:r>
              <a:rPr sz="975" b="1">
                <a:solidFill>
                  <a:srgbClr val="061D25"/>
                </a:solidFill>
              </a:rPr>
              <a:t>0-3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912A58-DC88-4243-9209-F5482272C9AB}"/>
              </a:ext>
            </a:extLst>
          </p:cNvPr>
          <p:cNvSpPr>
            <a:spLocks noGrp="1"/>
          </p:cNvSpPr>
          <p:nvPr/>
        </p:nvSpPr>
        <p:spPr>
          <a:xfrm>
            <a:off x="4895850" y="2371725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4F8F8"/>
                </a:solidFill>
              </a:defRPr>
            </a:pPr>
            <a:r>
              <a:rPr sz="1350" b="1">
                <a:solidFill>
                  <a:srgbClr val="F4F8F8"/>
                </a:solidFill>
              </a:rPr>
              <a:t>Build the sensor interface and repeated tubing protocol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0FAFCA-D866-404A-82D3-F6F623F3FC96}"/>
              </a:ext>
            </a:extLst>
          </p:cNvPr>
          <p:cNvSpPr>
            <a:spLocks noGrp="1"/>
          </p:cNvSpPr>
          <p:nvPr/>
        </p:nvSpPr>
        <p:spPr>
          <a:xfrm>
            <a:off x="4267200" y="3162300"/>
            <a:ext cx="457200" cy="457200"/>
          </a:xfrm>
          <a:prstGeom prst="ellipse">
            <a:avLst/>
          </a:prstGeom>
          <a:solidFill>
            <a:srgbClr val="46D7CA"/>
          </a:solidFill>
          <a:ln w="9525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79F3F4-B6E6-485A-A769-86A37291CFC6}"/>
              </a:ext>
            </a:extLst>
          </p:cNvPr>
          <p:cNvSpPr>
            <a:spLocks noGrp="1"/>
          </p:cNvSpPr>
          <p:nvPr/>
        </p:nvSpPr>
        <p:spPr>
          <a:xfrm>
            <a:off x="4267200" y="31623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61D25"/>
                </a:solidFill>
              </a:defRPr>
            </a:pPr>
            <a:r>
              <a:rPr sz="975" b="1">
                <a:solidFill>
                  <a:srgbClr val="061D25"/>
                </a:solidFill>
              </a:rPr>
              <a:t>3-6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DB2DC0-77D0-4F32-BEB4-53144E490AB1}"/>
              </a:ext>
            </a:extLst>
          </p:cNvPr>
          <p:cNvSpPr>
            <a:spLocks noGrp="1"/>
          </p:cNvSpPr>
          <p:nvPr/>
        </p:nvSpPr>
        <p:spPr>
          <a:xfrm>
            <a:off x="4895850" y="3152775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4F8F8"/>
                </a:solidFill>
              </a:defRPr>
            </a:pPr>
            <a:r>
              <a:rPr sz="1350" b="1">
                <a:solidFill>
                  <a:srgbClr val="F4F8F8"/>
                </a:solidFill>
              </a:rPr>
              <a:t>Test held-out recordings and refine the classifier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D601C8-E2B1-4B5B-A042-8A8FB520FAFB}"/>
              </a:ext>
            </a:extLst>
          </p:cNvPr>
          <p:cNvSpPr>
            <a:spLocks noGrp="1"/>
          </p:cNvSpPr>
          <p:nvPr/>
        </p:nvSpPr>
        <p:spPr>
          <a:xfrm>
            <a:off x="4267200" y="3943350"/>
            <a:ext cx="457200" cy="457200"/>
          </a:xfrm>
          <a:prstGeom prst="ellipse">
            <a:avLst/>
          </a:prstGeom>
          <a:solidFill>
            <a:srgbClr val="FFB000"/>
          </a:solidFill>
          <a:ln w="9525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12480A-876C-4C16-B919-359AAC89D726}"/>
              </a:ext>
            </a:extLst>
          </p:cNvPr>
          <p:cNvSpPr>
            <a:spLocks noGrp="1"/>
          </p:cNvSpPr>
          <p:nvPr/>
        </p:nvSpPr>
        <p:spPr>
          <a:xfrm>
            <a:off x="4267200" y="39433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61D25"/>
                </a:solidFill>
              </a:defRPr>
            </a:pPr>
            <a:r>
              <a:rPr sz="975" b="1">
                <a:solidFill>
                  <a:srgbClr val="061D25"/>
                </a:solidFill>
              </a:rPr>
              <a:t>6-9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3B180B-7DEA-4BF7-B8E6-047E7817DDC7}"/>
              </a:ext>
            </a:extLst>
          </p:cNvPr>
          <p:cNvSpPr>
            <a:spLocks noGrp="1"/>
          </p:cNvSpPr>
          <p:nvPr/>
        </p:nvSpPr>
        <p:spPr>
          <a:xfrm>
            <a:off x="4895850" y="3933825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4F8F8"/>
                </a:solidFill>
              </a:defRPr>
            </a:pPr>
            <a:r>
              <a:rPr sz="1350" b="1">
                <a:solidFill>
                  <a:srgbClr val="F4F8F8"/>
                </a:solidFill>
              </a:rPr>
              <a:t>Interview patients and PD professionals; map escalation workflow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06CBB4F-DBB1-4478-8BFA-8D6A3436CFDE}"/>
              </a:ext>
            </a:extLst>
          </p:cNvPr>
          <p:cNvSpPr>
            <a:spLocks noGrp="1"/>
          </p:cNvSpPr>
          <p:nvPr/>
        </p:nvSpPr>
        <p:spPr>
          <a:xfrm>
            <a:off x="4267200" y="4724400"/>
            <a:ext cx="457200" cy="457200"/>
          </a:xfrm>
          <a:prstGeom prst="ellipse">
            <a:avLst/>
          </a:prstGeom>
          <a:solidFill>
            <a:srgbClr val="FFB000"/>
          </a:solidFill>
          <a:ln w="9525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B43978-6EAE-45BD-B90A-9C9936D7A2AD}"/>
              </a:ext>
            </a:extLst>
          </p:cNvPr>
          <p:cNvSpPr>
            <a:spLocks noGrp="1"/>
          </p:cNvSpPr>
          <p:nvPr/>
        </p:nvSpPr>
        <p:spPr>
          <a:xfrm>
            <a:off x="4267200" y="47244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61D25"/>
                </a:solidFill>
              </a:defRPr>
            </a:pPr>
            <a:r>
              <a:rPr sz="975" b="1">
                <a:solidFill>
                  <a:srgbClr val="061D25"/>
                </a:solidFill>
              </a:rPr>
              <a:t>9-12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18FA4E-50FC-4330-87AE-4B458047931F}"/>
              </a:ext>
            </a:extLst>
          </p:cNvPr>
          <p:cNvSpPr>
            <a:spLocks noGrp="1"/>
          </p:cNvSpPr>
          <p:nvPr/>
        </p:nvSpPr>
        <p:spPr>
          <a:xfrm>
            <a:off x="4895850" y="4714875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4F8F8"/>
                </a:solidFill>
              </a:defRPr>
            </a:pPr>
            <a:r>
              <a:rPr sz="1350" b="1" dirty="0">
                <a:solidFill>
                  <a:srgbClr val="F4F8F8"/>
                </a:solidFill>
              </a:rPr>
              <a:t>Prepare a PD-specific feasibility</a:t>
            </a:r>
            <a:r>
              <a:rPr lang="en-GB" sz="1350" b="1" dirty="0">
                <a:solidFill>
                  <a:srgbClr val="F4F8F8"/>
                </a:solidFill>
              </a:rPr>
              <a:t>, privacy,</a:t>
            </a:r>
            <a:r>
              <a:rPr sz="1350" b="1" dirty="0">
                <a:solidFill>
                  <a:srgbClr val="F4F8F8"/>
                </a:solidFill>
              </a:rPr>
              <a:t> and governance study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5E914BE-50A4-4F0B-A754-D2CC29FA7BB2}"/>
              </a:ext>
            </a:extLst>
          </p:cNvPr>
          <p:cNvSpPr>
            <a:spLocks noGrp="1"/>
          </p:cNvSpPr>
          <p:nvPr/>
        </p:nvSpPr>
        <p:spPr>
          <a:xfrm>
            <a:off x="8791575" y="1771650"/>
            <a:ext cx="2066925" cy="4000500"/>
          </a:xfrm>
          <a:prstGeom prst="roundRect">
            <a:avLst>
              <a:gd name="adj" fmla="val 3687"/>
            </a:avLst>
          </a:prstGeom>
          <a:solidFill>
            <a:srgbClr val="103842"/>
          </a:solidFill>
          <a:ln w="9525">
            <a:solidFill>
              <a:srgbClr val="FF5B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43B533-D16A-409C-A4A9-FDA8488E8916}"/>
              </a:ext>
            </a:extLst>
          </p:cNvPr>
          <p:cNvSpPr>
            <a:spLocks noGrp="1"/>
          </p:cNvSpPr>
          <p:nvPr/>
        </p:nvSpPr>
        <p:spPr>
          <a:xfrm>
            <a:off x="8972550" y="1971675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5B4D"/>
                </a:solidFill>
              </a:defRPr>
            </a:pPr>
            <a:r>
              <a:rPr sz="1050" b="1">
                <a:solidFill>
                  <a:srgbClr val="FF5B4D"/>
                </a:solidFill>
              </a:rPr>
              <a:t>INDICATIVE ASK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9310F8-E493-4920-B50D-F8ED737D992C}"/>
              </a:ext>
            </a:extLst>
          </p:cNvPr>
          <p:cNvSpPr>
            <a:spLocks noGrp="1"/>
          </p:cNvSpPr>
          <p:nvPr/>
        </p:nvSpPr>
        <p:spPr>
          <a:xfrm>
            <a:off x="8972550" y="2457450"/>
            <a:ext cx="1695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F4F8F8"/>
                </a:solidFill>
              </a:defRPr>
            </a:pPr>
            <a:r>
              <a:rPr sz="3150" b="1" dirty="0">
                <a:solidFill>
                  <a:srgbClr val="F4F8F8"/>
                </a:solidFill>
              </a:rPr>
              <a:t>GBP 75k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BC9D79-981E-4E90-A165-6374C8E2878B}"/>
              </a:ext>
            </a:extLst>
          </p:cNvPr>
          <p:cNvSpPr>
            <a:spLocks noGrp="1"/>
          </p:cNvSpPr>
          <p:nvPr/>
        </p:nvSpPr>
        <p:spPr>
          <a:xfrm>
            <a:off x="8991600" y="3143250"/>
            <a:ext cx="1657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8BB2B7"/>
                </a:solidFill>
              </a:defRPr>
            </a:pPr>
            <a:r>
              <a:rPr sz="1350" b="0">
                <a:solidFill>
                  <a:srgbClr val="8BB2B7"/>
                </a:solidFill>
              </a:rPr>
              <a:t>12-month pre-clinical validation programme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2348E1-CDED-49D7-AB0E-64C4FD5EF5DF}"/>
              </a:ext>
            </a:extLst>
          </p:cNvPr>
          <p:cNvSpPr>
            <a:spLocks noGrp="1"/>
          </p:cNvSpPr>
          <p:nvPr/>
        </p:nvSpPr>
        <p:spPr>
          <a:xfrm>
            <a:off x="9029700" y="4048125"/>
            <a:ext cx="1581150" cy="19050"/>
          </a:xfrm>
          <a:prstGeom prst="rect">
            <a:avLst/>
          </a:prstGeom>
          <a:solidFill>
            <a:srgbClr val="23525A"/>
          </a:solidFill>
          <a:ln w="0">
            <a:solidFill>
              <a:srgbClr val="2352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273149-2C4F-4E32-9394-85FBF2B73141}"/>
              </a:ext>
            </a:extLst>
          </p:cNvPr>
          <p:cNvSpPr>
            <a:spLocks noGrp="1"/>
          </p:cNvSpPr>
          <p:nvPr/>
        </p:nvSpPr>
        <p:spPr>
          <a:xfrm>
            <a:off x="8991600" y="4210050"/>
            <a:ext cx="16573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4F8F8"/>
                </a:solidFill>
              </a:defRPr>
            </a:pPr>
            <a:r>
              <a:rPr sz="1125" b="0">
                <a:solidFill>
                  <a:srgbClr val="F4F8F8"/>
                </a:solidFill>
              </a:rPr>
              <a:t>Prototype + instrumentation</a:t>
            </a:r>
          </a:p>
          <a:p>
            <a:pPr algn="ctr">
              <a:defRPr sz="1125" b="0">
                <a:solidFill>
                  <a:srgbClr val="F4F8F8"/>
                </a:solidFill>
              </a:defRPr>
            </a:pPr>
            <a:r>
              <a:rPr sz="1125" b="0">
                <a:solidFill>
                  <a:srgbClr val="F4F8F8"/>
                </a:solidFill>
              </a:rPr>
              <a:t>Technical validation</a:t>
            </a:r>
          </a:p>
          <a:p>
            <a:pPr algn="ctr">
              <a:defRPr sz="1125" b="0">
                <a:solidFill>
                  <a:srgbClr val="F4F8F8"/>
                </a:solidFill>
              </a:defRPr>
            </a:pPr>
            <a:r>
              <a:rPr sz="1125" b="0">
                <a:solidFill>
                  <a:srgbClr val="F4F8F8"/>
                </a:solidFill>
              </a:rPr>
              <a:t>User and clinician research</a:t>
            </a:r>
          </a:p>
          <a:p>
            <a:pPr algn="ctr">
              <a:defRPr sz="1125" b="0">
                <a:solidFill>
                  <a:srgbClr val="F4F8F8"/>
                </a:solidFill>
              </a:defRPr>
            </a:pPr>
            <a:r>
              <a:rPr sz="1125" b="0">
                <a:solidFill>
                  <a:srgbClr val="F4F8F8"/>
                </a:solidFill>
              </a:rPr>
              <a:t>Quality and governance planning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3340C2-5D94-4D61-A60F-C46BC27498A6}"/>
              </a:ext>
            </a:extLst>
          </p:cNvPr>
          <p:cNvSpPr>
            <a:spLocks noGrp="1"/>
          </p:cNvSpPr>
          <p:nvPr/>
        </p:nvSpPr>
        <p:spPr>
          <a:xfrm>
            <a:off x="1714500" y="6191250"/>
            <a:ext cx="8153400" cy="628650"/>
          </a:xfrm>
          <a:prstGeom prst="roundRect">
            <a:avLst>
              <a:gd name="adj" fmla="val 12121"/>
            </a:avLst>
          </a:prstGeom>
          <a:solidFill>
            <a:srgbClr val="0C3038"/>
          </a:solidFill>
          <a:ln w="9525">
            <a:solidFill>
              <a:srgbClr val="238F8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13BF62-A122-4D39-B174-A61936DF4169}"/>
              </a:ext>
            </a:extLst>
          </p:cNvPr>
          <p:cNvSpPr>
            <a:spLocks noGrp="1"/>
          </p:cNvSpPr>
          <p:nvPr/>
        </p:nvSpPr>
        <p:spPr>
          <a:xfrm>
            <a:off x="1924050" y="6191250"/>
            <a:ext cx="1619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46D7CA"/>
                </a:solidFill>
              </a:defRPr>
            </a:pPr>
            <a:r>
              <a:rPr sz="1050" b="1">
                <a:solidFill>
                  <a:srgbClr val="46D7CA"/>
                </a:solidFill>
              </a:rPr>
              <a:t>DECISION GATE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9668EB-BC59-4A75-B737-4493C2E9F42F}"/>
              </a:ext>
            </a:extLst>
          </p:cNvPr>
          <p:cNvSpPr>
            <a:spLocks noGrp="1"/>
          </p:cNvSpPr>
          <p:nvPr/>
        </p:nvSpPr>
        <p:spPr>
          <a:xfrm>
            <a:off x="3524250" y="6191250"/>
            <a:ext cx="609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sz="1500" b="1">
                <a:solidFill>
                  <a:srgbClr val="F4F8F8"/>
                </a:solidFill>
              </a:rPr>
              <a:t>Proceed only if real, unseen recordings remain distinguishable and users value the feedback.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B569EC-7D53-4E77-8D74-3B3C1AEF62D3}"/>
              </a:ext>
            </a:extLst>
          </p:cNvPr>
          <p:cNvSpPr>
            <a:spLocks noGrp="1"/>
          </p:cNvSpPr>
          <p:nvPr/>
        </p:nvSpPr>
        <p:spPr>
          <a:xfrm>
            <a:off x="400050" y="6953250"/>
            <a:ext cx="10458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8BB2B7"/>
                </a:solidFill>
              </a:defRPr>
            </a:pPr>
            <a:r>
              <a:rPr sz="900" b="0">
                <a:solidFill>
                  <a:srgbClr val="8BB2B7"/>
                </a:solidFill>
              </a:rPr>
              <a:t>Funding figure is an indicative planning estimate, not a supplier quote.</a:t>
            </a:r>
          </a:p>
        </p:txBody>
      </p:sp>
      <p:pic>
        <p:nvPicPr>
          <p:cNvPr id="49" name="Audio 48">
            <a:hlinkClick r:id="" action="ppaction://media"/>
            <a:extLst>
              <a:ext uri="{FF2B5EF4-FFF2-40B4-BE49-F238E27FC236}">
                <a16:creationId xmlns:a16="http://schemas.microsoft.com/office/drawing/2014/main" id="{441E9A7C-5A6B-2BAE-75C4-A98BEFB5E7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24266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750"/>
    </mc:Choice>
    <mc:Fallback>
      <p:transition spd="slow" advTm="18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19241F3-23C4-440C-A7DE-3B242295C6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100" cy="771525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6A7D8F-CF5A-4145-BF0E-9729F2D76C14}"/>
              </a:ext>
            </a:extLst>
          </p:cNvPr>
          <p:cNvSpPr>
            <a:spLocks noGrp="1"/>
          </p:cNvSpPr>
          <p:nvPr/>
        </p:nvSpPr>
        <p:spPr>
          <a:xfrm>
            <a:off x="0" y="7677150"/>
            <a:ext cx="11582400" cy="38100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062F87-6498-44C2-81E4-AB8080FE70EF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6D7CA"/>
                </a:solidFill>
              </a:defRPr>
            </a:pPr>
            <a:r>
              <a:rPr sz="975" b="1">
                <a:solidFill>
                  <a:srgbClr val="46D7CA"/>
                </a:solidFill>
              </a:rPr>
              <a:t>08  —  THE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FD3289-C02F-4055-A9B8-4C28B8AD09B4}"/>
              </a:ext>
            </a:extLst>
          </p:cNvPr>
          <p:cNvSpPr>
            <a:spLocks noGrp="1"/>
          </p:cNvSpPr>
          <p:nvPr/>
        </p:nvSpPr>
        <p:spPr>
          <a:xfrm>
            <a:off x="8858250" y="73342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8BB2B7"/>
                </a:solidFill>
              </a:defRPr>
            </a:pPr>
            <a:r>
              <a:rPr sz="825" b="0">
                <a:solidFill>
                  <a:srgbClr val="8BB2B7"/>
                </a:solidFill>
              </a:rPr>
              <a:t>ECHOFLOW AI    08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E73E1A-5A98-4782-80FD-B42D9113668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715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F4F8F8"/>
                </a:solidFill>
              </a:defRPr>
            </a:pPr>
            <a:r>
              <a:rPr lang="en-GB" sz="3300" b="1" dirty="0">
                <a:solidFill>
                  <a:srgbClr val="F4F8F8"/>
                </a:solidFill>
              </a:rPr>
              <a:t>WHY WE’RE THE RIGHT TEAM</a:t>
            </a:r>
            <a:endParaRPr sz="3300" b="1" dirty="0">
              <a:solidFill>
                <a:srgbClr val="F4F8F8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FD1033-DC21-4068-987A-23F4D3B68A03}"/>
              </a:ext>
            </a:extLst>
          </p:cNvPr>
          <p:cNvSpPr>
            <a:spLocks noGrp="1"/>
          </p:cNvSpPr>
          <p:nvPr/>
        </p:nvSpPr>
        <p:spPr>
          <a:xfrm>
            <a:off x="419100" y="11811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8BB2B7"/>
                </a:solidFill>
              </a:defRPr>
            </a:pPr>
            <a:r>
              <a:rPr lang="en-GB" sz="1500" b="0" dirty="0">
                <a:solidFill>
                  <a:srgbClr val="8BB2B7"/>
                </a:solidFill>
              </a:rPr>
              <a:t>5 students combining engineering, bioengineering, design, health sciences, and entrepreneurship to validate a new approach to manual peritoneal dialysis</a:t>
            </a:r>
            <a:endParaRPr sz="1500" b="0" dirty="0">
              <a:solidFill>
                <a:srgbClr val="8BB2B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0B5E1D-9DB1-406A-B834-76CAC23FDFF0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952625" cy="47625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23D486-5C07-4974-9517-606C3D387700}"/>
              </a:ext>
            </a:extLst>
          </p:cNvPr>
          <p:cNvSpPr>
            <a:spLocks noGrp="1"/>
          </p:cNvSpPr>
          <p:nvPr/>
        </p:nvSpPr>
        <p:spPr>
          <a:xfrm>
            <a:off x="552450" y="222885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lang="en-GB" sz="1500" b="1" dirty="0">
                <a:solidFill>
                  <a:srgbClr val="F4F8F8"/>
                </a:solidFill>
              </a:rPr>
              <a:t>Joel (ICL)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3D0AA-2E21-46B8-9862-8D2466C96762}"/>
              </a:ext>
            </a:extLst>
          </p:cNvPr>
          <p:cNvSpPr>
            <a:spLocks noGrp="1"/>
          </p:cNvSpPr>
          <p:nvPr/>
        </p:nvSpPr>
        <p:spPr>
          <a:xfrm>
            <a:off x="628650" y="2667000"/>
            <a:ext cx="18002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sz="1200" b="0" dirty="0">
                <a:solidFill>
                  <a:srgbClr val="8BB2B7"/>
                </a:solidFill>
              </a:rPr>
              <a:t>Signal processing, </a:t>
            </a:r>
            <a:endParaRPr lang="en-GB" sz="1200" b="0" dirty="0">
              <a:solidFill>
                <a:srgbClr val="8BB2B7"/>
              </a:solidFill>
            </a:endParaRPr>
          </a:p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dirty="0">
                <a:solidFill>
                  <a:srgbClr val="8BB2B7"/>
                </a:solidFill>
              </a:rPr>
              <a:t>Physics modelling,</a:t>
            </a:r>
          </a:p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b="0" dirty="0">
                <a:solidFill>
                  <a:srgbClr val="8BB2B7"/>
                </a:solidFill>
              </a:rPr>
              <a:t>ML Prototype</a:t>
            </a:r>
            <a:endParaRPr sz="1200" b="0" dirty="0">
              <a:solidFill>
                <a:srgbClr val="8BB2B7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98CBCC-4F34-43D5-866E-75C731738502}"/>
              </a:ext>
            </a:extLst>
          </p:cNvPr>
          <p:cNvSpPr>
            <a:spLocks noGrp="1"/>
          </p:cNvSpPr>
          <p:nvPr/>
        </p:nvSpPr>
        <p:spPr>
          <a:xfrm>
            <a:off x="2743200" y="2095500"/>
            <a:ext cx="1952625" cy="47625"/>
          </a:xfrm>
          <a:prstGeom prst="rect">
            <a:avLst/>
          </a:prstGeom>
          <a:solidFill>
            <a:srgbClr val="FFB000"/>
          </a:solidFill>
          <a:ln w="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16AAFD-C9A3-4C54-B388-FFA13BA615AE}"/>
              </a:ext>
            </a:extLst>
          </p:cNvPr>
          <p:cNvSpPr>
            <a:spLocks noGrp="1"/>
          </p:cNvSpPr>
          <p:nvPr/>
        </p:nvSpPr>
        <p:spPr>
          <a:xfrm>
            <a:off x="2743200" y="222885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lang="en-GB" sz="1500" b="1" dirty="0">
                <a:solidFill>
                  <a:srgbClr val="F4F8F8"/>
                </a:solidFill>
              </a:rPr>
              <a:t>Aymen (ICL)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7581B8-519C-4E69-8CFA-60C448BE1405}"/>
              </a:ext>
            </a:extLst>
          </p:cNvPr>
          <p:cNvSpPr>
            <a:spLocks noGrp="1"/>
          </p:cNvSpPr>
          <p:nvPr/>
        </p:nvSpPr>
        <p:spPr>
          <a:xfrm>
            <a:off x="2819400" y="2667000"/>
            <a:ext cx="18002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b="0" dirty="0">
                <a:solidFill>
                  <a:srgbClr val="8BB2B7"/>
                </a:solidFill>
              </a:rPr>
              <a:t>Biomedical engineering,</a:t>
            </a:r>
          </a:p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dirty="0">
                <a:solidFill>
                  <a:srgbClr val="8BB2B7"/>
                </a:solidFill>
              </a:rPr>
              <a:t>Device concept,</a:t>
            </a:r>
          </a:p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b="0" dirty="0">
                <a:solidFill>
                  <a:srgbClr val="8BB2B7"/>
                </a:solidFill>
              </a:rPr>
              <a:t>Clinical feasibility</a:t>
            </a:r>
            <a:endParaRPr sz="1200" b="0" dirty="0">
              <a:solidFill>
                <a:srgbClr val="8BB2B7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5E048-5507-4EE7-B54D-634CD18240F9}"/>
              </a:ext>
            </a:extLst>
          </p:cNvPr>
          <p:cNvSpPr>
            <a:spLocks noGrp="1"/>
          </p:cNvSpPr>
          <p:nvPr/>
        </p:nvSpPr>
        <p:spPr>
          <a:xfrm>
            <a:off x="4933950" y="2095500"/>
            <a:ext cx="1952625" cy="47625"/>
          </a:xfrm>
          <a:prstGeom prst="rect">
            <a:avLst/>
          </a:prstGeom>
          <a:solidFill>
            <a:srgbClr val="46D7CA"/>
          </a:solidFill>
          <a:ln w="0">
            <a:solidFill>
              <a:srgbClr val="46D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92F719-3DE1-4A94-A581-6FE6BB8C97D7}"/>
              </a:ext>
            </a:extLst>
          </p:cNvPr>
          <p:cNvSpPr>
            <a:spLocks noGrp="1"/>
          </p:cNvSpPr>
          <p:nvPr/>
        </p:nvSpPr>
        <p:spPr>
          <a:xfrm>
            <a:off x="4933950" y="222885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sz="1500" b="1" dirty="0">
                <a:solidFill>
                  <a:srgbClr val="F4F8F8"/>
                </a:solidFill>
              </a:rPr>
              <a:t>D</a:t>
            </a:r>
            <a:r>
              <a:rPr lang="en-GB" sz="1500" b="1" dirty="0" err="1">
                <a:solidFill>
                  <a:srgbClr val="F4F8F8"/>
                </a:solidFill>
              </a:rPr>
              <a:t>uaa</a:t>
            </a:r>
            <a:r>
              <a:rPr lang="en-GB" sz="1500" b="1" dirty="0">
                <a:solidFill>
                  <a:srgbClr val="F4F8F8"/>
                </a:solidFill>
              </a:rPr>
              <a:t> (ICL)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20B38C-30E3-463E-A4C4-D92F73C8EDB2}"/>
              </a:ext>
            </a:extLst>
          </p:cNvPr>
          <p:cNvSpPr>
            <a:spLocks noGrp="1"/>
          </p:cNvSpPr>
          <p:nvPr/>
        </p:nvSpPr>
        <p:spPr>
          <a:xfrm>
            <a:off x="5010150" y="2667000"/>
            <a:ext cx="18002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b="0" dirty="0">
                <a:solidFill>
                  <a:srgbClr val="8BB2B7"/>
                </a:solidFill>
              </a:rPr>
              <a:t>User-</a:t>
            </a:r>
            <a:r>
              <a:rPr lang="en-GB" sz="1200" b="0" dirty="0" err="1">
                <a:solidFill>
                  <a:srgbClr val="8BB2B7"/>
                </a:solidFill>
              </a:rPr>
              <a:t>centered</a:t>
            </a:r>
            <a:r>
              <a:rPr lang="en-GB" sz="1200" b="0" dirty="0">
                <a:solidFill>
                  <a:srgbClr val="8BB2B7"/>
                </a:solidFill>
              </a:rPr>
              <a:t> design,</a:t>
            </a:r>
          </a:p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dirty="0">
                <a:solidFill>
                  <a:srgbClr val="8BB2B7"/>
                </a:solidFill>
              </a:rPr>
              <a:t>Behaviour </a:t>
            </a:r>
            <a:r>
              <a:rPr lang="en-GB" sz="1200" dirty="0" err="1">
                <a:solidFill>
                  <a:srgbClr val="8BB2B7"/>
                </a:solidFill>
              </a:rPr>
              <a:t>insigts</a:t>
            </a:r>
            <a:r>
              <a:rPr lang="en-GB" sz="1200" dirty="0">
                <a:solidFill>
                  <a:srgbClr val="8BB2B7"/>
                </a:solidFill>
              </a:rPr>
              <a:t>,</a:t>
            </a:r>
          </a:p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dirty="0">
                <a:solidFill>
                  <a:srgbClr val="8BB2B7"/>
                </a:solidFill>
              </a:rPr>
              <a:t>Pitch &amp; communication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30CCA3-2EC1-4277-BE99-7877032BA729}"/>
              </a:ext>
            </a:extLst>
          </p:cNvPr>
          <p:cNvSpPr>
            <a:spLocks noGrp="1"/>
          </p:cNvSpPr>
          <p:nvPr/>
        </p:nvSpPr>
        <p:spPr>
          <a:xfrm>
            <a:off x="7124700" y="2095500"/>
            <a:ext cx="1952625" cy="47625"/>
          </a:xfrm>
          <a:prstGeom prst="rect">
            <a:avLst/>
          </a:prstGeom>
          <a:solidFill>
            <a:srgbClr val="FF5B4D"/>
          </a:solidFill>
          <a:ln w="0">
            <a:solidFill>
              <a:srgbClr val="FF5B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1385A7-88E6-4A91-A1EF-7ABE5C2D8219}"/>
              </a:ext>
            </a:extLst>
          </p:cNvPr>
          <p:cNvSpPr>
            <a:spLocks noGrp="1"/>
          </p:cNvSpPr>
          <p:nvPr/>
        </p:nvSpPr>
        <p:spPr>
          <a:xfrm>
            <a:off x="7124700" y="222885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lang="en-GB" sz="1500" b="1" dirty="0">
                <a:solidFill>
                  <a:srgbClr val="F4F8F8"/>
                </a:solidFill>
              </a:rPr>
              <a:t>Rabiatu (Uni of Ghana)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062052-F541-4D87-B21E-7E6F701E277A}"/>
              </a:ext>
            </a:extLst>
          </p:cNvPr>
          <p:cNvSpPr>
            <a:spLocks noGrp="1"/>
          </p:cNvSpPr>
          <p:nvPr/>
        </p:nvSpPr>
        <p:spPr>
          <a:xfrm>
            <a:off x="7200900" y="2667000"/>
            <a:ext cx="18002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b="0" dirty="0">
                <a:solidFill>
                  <a:srgbClr val="8BB2B7"/>
                </a:solidFill>
              </a:rPr>
              <a:t>Patient perspective, healthcare context, </a:t>
            </a:r>
          </a:p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dirty="0">
                <a:solidFill>
                  <a:srgbClr val="8BB2B7"/>
                </a:solidFill>
              </a:rPr>
              <a:t>User needs</a:t>
            </a:r>
            <a:endParaRPr sz="1200" b="0" dirty="0">
              <a:solidFill>
                <a:srgbClr val="8BB2B7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62470D-D7DA-4CAC-9276-5D8A8B663412}"/>
              </a:ext>
            </a:extLst>
          </p:cNvPr>
          <p:cNvSpPr>
            <a:spLocks noGrp="1"/>
          </p:cNvSpPr>
          <p:nvPr/>
        </p:nvSpPr>
        <p:spPr>
          <a:xfrm>
            <a:off x="9315450" y="2095500"/>
            <a:ext cx="1952625" cy="47625"/>
          </a:xfrm>
          <a:prstGeom prst="rect">
            <a:avLst/>
          </a:prstGeom>
          <a:solidFill>
            <a:srgbClr val="FFB000"/>
          </a:solidFill>
          <a:ln w="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493FEB-81F7-4F13-82EE-CF18A681B554}"/>
              </a:ext>
            </a:extLst>
          </p:cNvPr>
          <p:cNvSpPr>
            <a:spLocks noGrp="1"/>
          </p:cNvSpPr>
          <p:nvPr/>
        </p:nvSpPr>
        <p:spPr>
          <a:xfrm>
            <a:off x="9315450" y="222885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4F8F8"/>
                </a:solidFill>
              </a:defRPr>
            </a:pPr>
            <a:r>
              <a:rPr lang="en-GB" sz="1500" b="1" dirty="0">
                <a:solidFill>
                  <a:srgbClr val="F4F8F8"/>
                </a:solidFill>
              </a:rPr>
              <a:t>Roland (Uni of Ghana)</a:t>
            </a:r>
            <a:endParaRPr sz="1500" b="1" dirty="0">
              <a:solidFill>
                <a:srgbClr val="F4F8F8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CE0C28-BE94-4CD5-9DC5-B391143B6A35}"/>
              </a:ext>
            </a:extLst>
          </p:cNvPr>
          <p:cNvSpPr>
            <a:spLocks noGrp="1"/>
          </p:cNvSpPr>
          <p:nvPr/>
        </p:nvSpPr>
        <p:spPr>
          <a:xfrm>
            <a:off x="9391650" y="2667000"/>
            <a:ext cx="18002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b="0" dirty="0">
                <a:solidFill>
                  <a:srgbClr val="8BB2B7"/>
                </a:solidFill>
              </a:rPr>
              <a:t>Entrepreneurship,</a:t>
            </a:r>
          </a:p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dirty="0">
                <a:solidFill>
                  <a:srgbClr val="8BB2B7"/>
                </a:solidFill>
              </a:rPr>
              <a:t>Business validation,</a:t>
            </a:r>
          </a:p>
          <a:p>
            <a:pPr algn="ctr">
              <a:defRPr sz="1200" b="0">
                <a:solidFill>
                  <a:srgbClr val="8BB2B7"/>
                </a:solidFill>
              </a:defRPr>
            </a:pPr>
            <a:r>
              <a:rPr lang="en-GB" sz="1200" b="0" dirty="0">
                <a:solidFill>
                  <a:srgbClr val="8BB2B7"/>
                </a:solidFill>
              </a:rPr>
              <a:t>Marke</a:t>
            </a:r>
            <a:r>
              <a:rPr lang="en-GB" sz="1200" dirty="0">
                <a:solidFill>
                  <a:srgbClr val="8BB2B7"/>
                </a:solidFill>
              </a:rPr>
              <a:t>t thinking</a:t>
            </a:r>
            <a:endParaRPr sz="1200" b="0" dirty="0">
              <a:solidFill>
                <a:srgbClr val="8BB2B7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10BD11C-1D2A-4AF5-9079-750FD0AE6922}"/>
              </a:ext>
            </a:extLst>
          </p:cNvPr>
          <p:cNvSpPr>
            <a:spLocks noGrp="1"/>
          </p:cNvSpPr>
          <p:nvPr/>
        </p:nvSpPr>
        <p:spPr>
          <a:xfrm>
            <a:off x="876300" y="4143375"/>
            <a:ext cx="9829800" cy="1524000"/>
          </a:xfrm>
          <a:prstGeom prst="roundRect">
            <a:avLst>
              <a:gd name="adj" fmla="val 5000"/>
            </a:avLst>
          </a:prstGeom>
          <a:solidFill>
            <a:srgbClr val="103842"/>
          </a:solidFill>
          <a:ln w="9525">
            <a:solidFill>
              <a:srgbClr val="238F8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5014E3-6E01-493D-A902-018453AE2162}"/>
              </a:ext>
            </a:extLst>
          </p:cNvPr>
          <p:cNvSpPr>
            <a:spLocks noGrp="1"/>
          </p:cNvSpPr>
          <p:nvPr/>
        </p:nvSpPr>
        <p:spPr>
          <a:xfrm>
            <a:off x="1123950" y="43338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46D7CA"/>
                </a:solidFill>
              </a:defRPr>
            </a:pPr>
            <a:endParaRPr sz="1125" b="1" dirty="0">
              <a:solidFill>
                <a:srgbClr val="46D7CA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7E5901-22C7-4680-8819-67BC0C07DDFE}"/>
              </a:ext>
            </a:extLst>
          </p:cNvPr>
          <p:cNvSpPr>
            <a:spLocks noGrp="1"/>
          </p:cNvSpPr>
          <p:nvPr/>
        </p:nvSpPr>
        <p:spPr>
          <a:xfrm>
            <a:off x="1123950" y="468630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4F8F8"/>
                </a:solidFill>
              </a:defRPr>
            </a:pPr>
            <a:r>
              <a:rPr lang="en-GB" sz="2250" b="1" dirty="0">
                <a:solidFill>
                  <a:srgbClr val="F4F8F8"/>
                </a:solidFill>
              </a:rPr>
              <a:t>Together, we combine engineering, healthcare, design and entrepreneurship to turn a promising concept into </a:t>
            </a:r>
            <a:r>
              <a:rPr lang="en-GB" sz="2250" b="1">
                <a:solidFill>
                  <a:srgbClr val="F4F8F8"/>
                </a:solidFill>
              </a:rPr>
              <a:t>validated evidence!</a:t>
            </a:r>
            <a:endParaRPr sz="2250" b="1" dirty="0">
              <a:solidFill>
                <a:srgbClr val="F4F8F8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D6BE34-C691-4177-B4A9-FC2E1A92C844}"/>
              </a:ext>
            </a:extLst>
          </p:cNvPr>
          <p:cNvSpPr>
            <a:spLocks noGrp="1"/>
          </p:cNvSpPr>
          <p:nvPr/>
        </p:nvSpPr>
        <p:spPr>
          <a:xfrm>
            <a:off x="2000250" y="60960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>
                <a:solidFill>
                  <a:srgbClr val="46D7CA"/>
                </a:solidFill>
              </a:defRPr>
            </a:pPr>
            <a:r>
              <a:rPr sz="3000" b="1" dirty="0">
                <a:solidFill>
                  <a:srgbClr val="46D7CA"/>
                </a:solidFill>
              </a:rPr>
              <a:t>ECHO FLOW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FBDC62-F8DB-4437-ADFF-1861C99A392C}"/>
              </a:ext>
            </a:extLst>
          </p:cNvPr>
          <p:cNvSpPr>
            <a:spLocks noGrp="1"/>
          </p:cNvSpPr>
          <p:nvPr/>
        </p:nvSpPr>
        <p:spPr>
          <a:xfrm>
            <a:off x="4572000" y="6096000"/>
            <a:ext cx="533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8F8"/>
                </a:solidFill>
              </a:defRPr>
            </a:pPr>
            <a:r>
              <a:rPr sz="1725" b="1" dirty="0">
                <a:solidFill>
                  <a:srgbClr val="F4F8F8"/>
                </a:solidFill>
              </a:rPr>
              <a:t>Listen outside the tubing. Build evidence before expanding the claim.</a:t>
            </a:r>
          </a:p>
        </p:txBody>
      </p:sp>
      <p:pic>
        <p:nvPicPr>
          <p:cNvPr id="38" name="Audio 37">
            <a:hlinkClick r:id="" action="ppaction://media"/>
            <a:extLst>
              <a:ext uri="{FF2B5EF4-FFF2-40B4-BE49-F238E27FC236}">
                <a16:creationId xmlns:a16="http://schemas.microsoft.com/office/drawing/2014/main" id="{70AF273F-130B-0D2B-2F54-5A224E9639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24266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604"/>
    </mc:Choice>
    <mc:Fallback>
      <p:transition spd="slow" advTm="16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59047F2-1601-A2C9-5278-3DF3210F62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645556" cy="7715250"/>
          </a:xfrm>
          <a:prstGeom prst="rect">
            <a:avLst/>
          </a:prstGeom>
        </p:spPr>
      </p:pic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563A78D4-7388-FDA1-7A3F-C5545B1AA6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34766" t="-234766" r="-234766" b="-234766"/>
          <a:stretch>
            <a:fillRect/>
          </a:stretch>
        </p:blipFill>
        <p:spPr>
          <a:xfrm>
            <a:off x="9175242" y="5308092"/>
            <a:ext cx="2314575" cy="23145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80480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98"/>
    </mc:Choice>
    <mc:Fallback>
      <p:transition spd="slow" advTm="53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1269</Words>
  <Application>Microsoft Office PowerPoint</Application>
  <DocSecurity>0</DocSecurity>
  <PresentationFormat>Custom</PresentationFormat>
  <Paragraphs>220</Paragraphs>
  <Slides>10</Slides>
  <Notes>10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Broadway</vt:lpstr>
      <vt:lpstr>Calibri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Choy, Joel J H</cp:lastModifiedBy>
  <cp:revision>1</cp:revision>
  <dcterms:created xsi:type="dcterms:W3CDTF">2026-07-23T20:13:40Z</dcterms:created>
  <dcterms:modified xsi:type="dcterms:W3CDTF">2026-07-24T20:42:59Z</dcterms:modified>
</cp:coreProperties>
</file>